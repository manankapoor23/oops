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24" autoAdjust="0"/>
  </p:normalViewPr>
  <p:slideViewPr>
    <p:cSldViewPr>
      <p:cViewPr varScale="1">
        <p:scale>
          <a:sx n="41" d="100"/>
          <a:sy n="41" d="100"/>
        </p:scale>
        <p:origin x="-131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1340768"/>
            <a:ext cx="9000000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8453C-2510-4104-AF7F-91CF8D0C6DDD}" type="datetimeFigureOut">
              <a:rPr lang="en-IN" smtClean="0"/>
              <a:pPr/>
              <a:t>20-04-2018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Templates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Lec</a:t>
            </a:r>
            <a:r>
              <a:rPr lang="en-IN" dirty="0" smtClean="0"/>
              <a:t> 32-33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templates, it is possible to create generic classes and functions. </a:t>
            </a:r>
          </a:p>
          <a:p>
            <a:r>
              <a:rPr lang="en-US" dirty="0" smtClean="0"/>
              <a:t>In generic class or function, the type of data upon which generic class or function operates is specified as parameter.</a:t>
            </a:r>
          </a:p>
          <a:p>
            <a:r>
              <a:rPr lang="en-US" dirty="0" smtClean="0"/>
              <a:t>One can use function or class with several types of data without explicitly defining version of each data type.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6176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templates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defines a general set of operations that will be applied to various types of data.</a:t>
            </a:r>
          </a:p>
          <a:p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400" dirty="0" smtClean="0"/>
              <a:t>template &lt;class type&gt; ret-type </a:t>
            </a:r>
            <a:r>
              <a:rPr lang="en-US" sz="2400" dirty="0" err="1" smtClean="0"/>
              <a:t>func</a:t>
            </a:r>
            <a:r>
              <a:rPr lang="en-US" sz="2400" dirty="0" smtClean="0"/>
              <a:t>-name (parameter list)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{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// body of function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}</a:t>
            </a:r>
          </a:p>
          <a:p>
            <a:r>
              <a:rPr lang="en-US" dirty="0" smtClean="0"/>
              <a:t>Template specification must directly precede the function definition.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5418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88" y="1052736"/>
            <a:ext cx="4139960" cy="5328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 smtClean="0">
                <a:solidFill>
                  <a:schemeClr val="accent1"/>
                </a:solidFill>
              </a:rPr>
              <a:t>Function </a:t>
            </a:r>
            <a:r>
              <a:rPr lang="en-IN" sz="1800" dirty="0">
                <a:solidFill>
                  <a:schemeClr val="accent1"/>
                </a:solidFill>
              </a:rPr>
              <a:t>template example</a:t>
            </a:r>
            <a:r>
              <a:rPr lang="en-IN" sz="1800" dirty="0" smtClean="0">
                <a:solidFill>
                  <a:schemeClr val="accent1"/>
                </a:solidFill>
              </a:rPr>
              <a:t>.</a:t>
            </a:r>
            <a:endParaRPr lang="en-IN" sz="1800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#include &lt;</a:t>
            </a:r>
            <a:r>
              <a:rPr lang="en-IN" sz="1600" dirty="0" err="1"/>
              <a:t>iostream</a:t>
            </a:r>
            <a:r>
              <a:rPr lang="en-IN" sz="1600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using namespace </a:t>
            </a:r>
            <a:r>
              <a:rPr lang="en-IN" sz="1600" dirty="0" err="1"/>
              <a:t>std</a:t>
            </a:r>
            <a:r>
              <a:rPr lang="en-IN" sz="16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 smtClean="0"/>
              <a:t>template </a:t>
            </a:r>
            <a:r>
              <a:rPr lang="en-US" sz="1600" dirty="0"/>
              <a:t>&lt;class X&gt; void </a:t>
            </a:r>
            <a:r>
              <a:rPr lang="en-US" sz="1600" dirty="0" err="1"/>
              <a:t>swapargs</a:t>
            </a:r>
            <a:r>
              <a:rPr lang="en-US" sz="1600" dirty="0"/>
              <a:t>(X &amp;a, X &amp;b)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X temp;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temp = a;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a = b;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b = temp;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smtClean="0"/>
              <a:t>}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main()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</a:t>
            </a:r>
            <a:r>
              <a:rPr lang="en-IN" sz="1600" dirty="0" err="1"/>
              <a:t>i</a:t>
            </a:r>
            <a:r>
              <a:rPr lang="en-IN" sz="1600" dirty="0"/>
              <a:t>=10, j=20</a:t>
            </a:r>
            <a:r>
              <a:rPr lang="en-IN" sz="1600" dirty="0" smtClean="0"/>
              <a:t>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en-IN" sz="1600" dirty="0"/>
              <a:t>double x=10.1, y=23.3;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pt-BR" sz="1600" dirty="0"/>
              <a:t>char a='x', b='z</a:t>
            </a:r>
            <a:r>
              <a:rPr lang="pt-BR" sz="1600" dirty="0" smtClean="0"/>
              <a:t>';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nn-NO" sz="1600" dirty="0"/>
              <a:t>cout &lt;&lt; "Original i, j: " &lt;&lt; i &lt;&lt; ' ' &lt;&lt; j &lt;&lt; '\n';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en-IN" sz="1600" dirty="0" err="1"/>
              <a:t>cout</a:t>
            </a:r>
            <a:r>
              <a:rPr lang="en-IN" sz="1600" dirty="0"/>
              <a:t> &lt;&lt; "Original x, y: " &lt;&lt; x &lt;&lt; ' ' &lt;&lt; y &lt;&lt; '\n';</a:t>
            </a:r>
          </a:p>
          <a:p>
            <a:pPr marL="514350" indent="-514350">
              <a:buFont typeface="+mj-lt"/>
              <a:buAutoNum type="arabicPeriod" startAt="13"/>
            </a:pPr>
            <a:endParaRPr lang="pt-BR" sz="1600" dirty="0"/>
          </a:p>
          <a:p>
            <a:pPr marL="514350" indent="-514350">
              <a:buFont typeface="+mj-lt"/>
              <a:buAutoNum type="arabicPeriod"/>
            </a:pPr>
            <a:endParaRPr lang="en-IN" sz="1600" dirty="0"/>
          </a:p>
          <a:p>
            <a:pPr marL="514350" indent="-514350">
              <a:buFont typeface="+mj-lt"/>
              <a:buAutoNum type="arabicPeriod"/>
            </a:pPr>
            <a:endParaRPr lang="en-I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1259632"/>
            <a:ext cx="43204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17"/>
            </a:pPr>
            <a:r>
              <a:rPr lang="en-IN" dirty="0" err="1" smtClean="0"/>
              <a:t>cout</a:t>
            </a:r>
            <a:r>
              <a:rPr lang="en-IN" dirty="0" smtClean="0"/>
              <a:t> </a:t>
            </a:r>
            <a:r>
              <a:rPr lang="en-IN" dirty="0"/>
              <a:t>&lt;&lt; "Original a, b: " &lt;&lt; a &lt;&lt; ' ' &lt;&lt; b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 err="1"/>
              <a:t>swapargs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, j); // swap integers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 err="1"/>
              <a:t>swapargs</a:t>
            </a:r>
            <a:r>
              <a:rPr lang="en-IN" dirty="0"/>
              <a:t>(x, y); // swap floats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 err="1"/>
              <a:t>swapargs</a:t>
            </a:r>
            <a:r>
              <a:rPr lang="en-IN" dirty="0"/>
              <a:t>(a, b); // swap chars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 err="1"/>
              <a:t>cout</a:t>
            </a:r>
            <a:r>
              <a:rPr lang="en-US" dirty="0"/>
              <a:t> &lt;&lt; "Swapped </a:t>
            </a:r>
            <a:r>
              <a:rPr lang="en-US" dirty="0" err="1"/>
              <a:t>i</a:t>
            </a:r>
            <a:r>
              <a:rPr lang="en-US" dirty="0"/>
              <a:t>, j: " &lt;&lt; </a:t>
            </a:r>
            <a:r>
              <a:rPr lang="en-US" dirty="0" err="1"/>
              <a:t>i</a:t>
            </a:r>
            <a:r>
              <a:rPr lang="en-US" dirty="0"/>
              <a:t> &lt;&lt; ' ' &lt;&lt; j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fr-FR" dirty="0"/>
              <a:t>cout &lt;&lt; "</a:t>
            </a:r>
            <a:r>
              <a:rPr lang="fr-FR" dirty="0" err="1"/>
              <a:t>Swapped</a:t>
            </a:r>
            <a:r>
              <a:rPr lang="fr-FR" dirty="0"/>
              <a:t> x, y: " &lt;&lt; x &lt;&lt; ' ' &lt;&lt; y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 err="1"/>
              <a:t>cout</a:t>
            </a:r>
            <a:r>
              <a:rPr lang="en-US" dirty="0"/>
              <a:t> &lt;&lt; "Swapped a, b: " &lt;&lt; a &lt;&lt; ' ' &lt;&lt; b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/>
              <a:t>return 0;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/>
              <a:t>}</a:t>
            </a:r>
          </a:p>
          <a:p>
            <a:endParaRPr lang="en-IN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6" y="5085184"/>
            <a:ext cx="29908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853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Function templates with multiple parameters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r>
              <a:rPr lang="en-US" dirty="0"/>
              <a:t>template &lt;class type1, class type2&gt;</a:t>
            </a:r>
          </a:p>
          <a:p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myfunc</a:t>
            </a:r>
            <a:r>
              <a:rPr lang="fr-FR" dirty="0"/>
              <a:t>(type1 x, type2 y)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cout</a:t>
            </a:r>
            <a:r>
              <a:rPr lang="en-IN" dirty="0"/>
              <a:t> &lt;&lt; x &lt;&lt; ' ' &lt;&lt; y &lt;&lt; '\n';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myfunc</a:t>
            </a:r>
            <a:r>
              <a:rPr lang="en-IN" dirty="0"/>
              <a:t>(10, "I like C++");</a:t>
            </a:r>
          </a:p>
          <a:p>
            <a:r>
              <a:rPr lang="en-IN" dirty="0" err="1"/>
              <a:t>myfunc</a:t>
            </a:r>
            <a:r>
              <a:rPr lang="en-IN" dirty="0"/>
              <a:t>(98.6, 19L);</a:t>
            </a:r>
          </a:p>
          <a:p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4797152"/>
            <a:ext cx="20383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5944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templates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9000000" cy="532859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Class templates are used when a class uses logic that can be generalized.</a:t>
            </a:r>
          </a:p>
          <a:p>
            <a:r>
              <a:rPr lang="en-US" dirty="0" smtClean="0"/>
              <a:t>The compiler will automatically generate the correct type of object, based upon the type you specify when object is created.</a:t>
            </a:r>
          </a:p>
          <a:p>
            <a:r>
              <a:rPr lang="en-US" dirty="0" smtClean="0"/>
              <a:t>Syntax: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400" dirty="0" smtClean="0"/>
              <a:t>template &lt;class </a:t>
            </a:r>
            <a:r>
              <a:rPr lang="en-US" sz="2400" dirty="0" err="1" smtClean="0"/>
              <a:t>Ttype</a:t>
            </a:r>
            <a:r>
              <a:rPr lang="en-US" sz="2400" dirty="0" smtClean="0"/>
              <a:t>&gt; class class-name</a:t>
            </a:r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{</a:t>
            </a:r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…….</a:t>
            </a:r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}</a:t>
            </a:r>
          </a:p>
          <a:p>
            <a:r>
              <a:rPr lang="en-US" sz="3400" dirty="0" smtClean="0"/>
              <a:t>Once you created class template, object can be generated using the following form:</a:t>
            </a:r>
          </a:p>
          <a:p>
            <a:pPr marL="457200" lvl="1" indent="0">
              <a:buNone/>
            </a:pPr>
            <a:r>
              <a:rPr lang="en-US" sz="2600" dirty="0" smtClean="0"/>
              <a:t>	         </a:t>
            </a:r>
          </a:p>
          <a:p>
            <a:pPr marL="457200" lvl="1" indent="0">
              <a:buNone/>
            </a:pPr>
            <a:r>
              <a:rPr lang="en-US" sz="2600" i="1" dirty="0"/>
              <a:t>	</a:t>
            </a:r>
            <a:r>
              <a:rPr lang="en-US" sz="2600" i="1" dirty="0" smtClean="0"/>
              <a:t>	Class-name&lt;type&gt; </a:t>
            </a:r>
            <a:r>
              <a:rPr lang="en-US" sz="2600" i="1" dirty="0" err="1" smtClean="0"/>
              <a:t>ob</a:t>
            </a:r>
            <a:r>
              <a:rPr lang="en-US" sz="2600" i="1" dirty="0" smtClean="0"/>
              <a:t>;</a:t>
            </a:r>
            <a:endParaRPr lang="en-IN" sz="2600" i="1" dirty="0"/>
          </a:p>
        </p:txBody>
      </p:sp>
    </p:spTree>
    <p:extLst>
      <p:ext uri="{BB962C8B-B14F-4D97-AF65-F5344CB8AC3E}">
        <p14:creationId xmlns:p14="http://schemas.microsoft.com/office/powerpoint/2010/main" xmlns="" val="248498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1052736"/>
            <a:ext cx="4788032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This function demonstrates a generic stack.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#include &lt;</a:t>
            </a:r>
            <a:r>
              <a:rPr lang="en-IN" sz="1600" dirty="0" err="1"/>
              <a:t>iostream</a:t>
            </a:r>
            <a:r>
              <a:rPr lang="en-IN" sz="1600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using namespace </a:t>
            </a:r>
            <a:r>
              <a:rPr lang="en-IN" sz="1600" dirty="0" err="1"/>
              <a:t>std</a:t>
            </a:r>
            <a:r>
              <a:rPr lang="en-IN" sz="16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const</a:t>
            </a:r>
            <a:r>
              <a:rPr lang="en-IN" sz="1600" dirty="0"/>
              <a:t> </a:t>
            </a:r>
            <a:r>
              <a:rPr lang="en-IN" sz="1600" dirty="0" err="1"/>
              <a:t>int</a:t>
            </a:r>
            <a:r>
              <a:rPr lang="en-IN" sz="1600" dirty="0"/>
              <a:t> SIZE = 10;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smtClean="0"/>
              <a:t>template </a:t>
            </a:r>
            <a:r>
              <a:rPr lang="en-IN" sz="1600" dirty="0"/>
              <a:t>&lt;class </a:t>
            </a:r>
            <a:r>
              <a:rPr lang="en-IN" sz="1600" dirty="0" err="1"/>
              <a:t>StackType</a:t>
            </a:r>
            <a:r>
              <a:rPr lang="en-IN" sz="1600" dirty="0"/>
              <a:t>&gt; class stack 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StackType</a:t>
            </a:r>
            <a:r>
              <a:rPr lang="en-IN" sz="1600" dirty="0"/>
              <a:t> </a:t>
            </a:r>
            <a:r>
              <a:rPr lang="en-IN" sz="1600" dirty="0" err="1"/>
              <a:t>stck</a:t>
            </a:r>
            <a:r>
              <a:rPr lang="en-IN" sz="1600" dirty="0"/>
              <a:t>[SIZE]; // holds the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</a:t>
            </a:r>
            <a:r>
              <a:rPr lang="en-IN" sz="1600" dirty="0" err="1"/>
              <a:t>tos</a:t>
            </a:r>
            <a:r>
              <a:rPr lang="en-IN" sz="1600" dirty="0"/>
              <a:t>; // index of top-of-stack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public: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stack() { </a:t>
            </a:r>
            <a:r>
              <a:rPr lang="en-IN" sz="1600" dirty="0" err="1"/>
              <a:t>tos</a:t>
            </a:r>
            <a:r>
              <a:rPr lang="en-IN" sz="1600" dirty="0"/>
              <a:t> = 0; } // initialize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void push(</a:t>
            </a:r>
            <a:r>
              <a:rPr lang="en-IN" sz="1600" dirty="0" err="1"/>
              <a:t>StackType</a:t>
            </a:r>
            <a:r>
              <a:rPr lang="en-IN" sz="1600" dirty="0"/>
              <a:t> </a:t>
            </a:r>
            <a:r>
              <a:rPr lang="en-IN" sz="1600" dirty="0" err="1"/>
              <a:t>ob</a:t>
            </a:r>
            <a:r>
              <a:rPr lang="en-IN" sz="1600" dirty="0"/>
              <a:t>); // push object on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StackType</a:t>
            </a:r>
            <a:r>
              <a:rPr lang="en-IN" sz="1600" dirty="0"/>
              <a:t> pop(); // pop object from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};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// Push an object.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template &lt;class </a:t>
            </a:r>
            <a:r>
              <a:rPr lang="en-IN" sz="1600" dirty="0" err="1"/>
              <a:t>StackType</a:t>
            </a:r>
            <a:r>
              <a:rPr lang="en-IN" sz="1600" dirty="0"/>
              <a:t>&gt; void stack&lt;</a:t>
            </a:r>
            <a:r>
              <a:rPr lang="en-IN" sz="1600" dirty="0" err="1"/>
              <a:t>StackType</a:t>
            </a:r>
            <a:r>
              <a:rPr lang="en-IN" sz="1600" dirty="0"/>
              <a:t>&gt;::push(</a:t>
            </a:r>
            <a:r>
              <a:rPr lang="en-IN" sz="1600" dirty="0" err="1"/>
              <a:t>StackType</a:t>
            </a:r>
            <a:r>
              <a:rPr lang="en-IN" sz="1600" dirty="0"/>
              <a:t> </a:t>
            </a:r>
            <a:r>
              <a:rPr lang="en-IN" sz="1600" dirty="0" err="1"/>
              <a:t>ob</a:t>
            </a:r>
            <a:r>
              <a:rPr lang="en-IN" sz="16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if(</a:t>
            </a:r>
            <a:r>
              <a:rPr lang="en-IN" sz="1600" dirty="0" err="1"/>
              <a:t>tos</a:t>
            </a:r>
            <a:r>
              <a:rPr lang="en-IN" sz="1600" dirty="0"/>
              <a:t>==SIZE) 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cout</a:t>
            </a:r>
            <a:r>
              <a:rPr lang="en-IN" sz="1600" dirty="0"/>
              <a:t> &lt;&lt; "Stack is full.\n";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return</a:t>
            </a:r>
            <a:r>
              <a:rPr lang="en-IN" sz="1600" dirty="0" smtClean="0"/>
              <a:t>;        }</a:t>
            </a:r>
            <a:endParaRPr lang="en-IN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716016" y="1084069"/>
            <a:ext cx="442798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stck</a:t>
            </a:r>
            <a:r>
              <a:rPr lang="en-IN" sz="1600" dirty="0"/>
              <a:t>[</a:t>
            </a:r>
            <a:r>
              <a:rPr lang="en-IN" sz="1600" dirty="0" err="1"/>
              <a:t>tos</a:t>
            </a:r>
            <a:r>
              <a:rPr lang="en-IN" sz="1600" dirty="0"/>
              <a:t>] = </a:t>
            </a:r>
            <a:r>
              <a:rPr lang="en-IN" sz="1600" dirty="0" err="1"/>
              <a:t>ob</a:t>
            </a:r>
            <a:r>
              <a:rPr lang="en-IN" sz="1600" dirty="0"/>
              <a:t>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tos</a:t>
            </a:r>
            <a:r>
              <a:rPr lang="en-IN" sz="1600" dirty="0"/>
              <a:t>++;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}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// Pop an object.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template &lt;class </a:t>
            </a:r>
            <a:r>
              <a:rPr lang="en-IN" sz="1600" dirty="0" err="1"/>
              <a:t>StackType</a:t>
            </a:r>
            <a:r>
              <a:rPr lang="en-IN" sz="1600" dirty="0"/>
              <a:t>&gt; </a:t>
            </a:r>
            <a:r>
              <a:rPr lang="en-IN" sz="1600" dirty="0" err="1"/>
              <a:t>StackType</a:t>
            </a:r>
            <a:r>
              <a:rPr lang="en-IN" sz="1600" dirty="0"/>
              <a:t> stack&lt;</a:t>
            </a:r>
            <a:r>
              <a:rPr lang="en-IN" sz="1600" dirty="0" err="1"/>
              <a:t>StackType</a:t>
            </a:r>
            <a:r>
              <a:rPr lang="en-IN" sz="1600" dirty="0"/>
              <a:t>&gt;::pop()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if(</a:t>
            </a:r>
            <a:r>
              <a:rPr lang="en-IN" sz="1600" dirty="0" err="1"/>
              <a:t>tos</a:t>
            </a:r>
            <a:r>
              <a:rPr lang="en-IN" sz="1600" dirty="0"/>
              <a:t>==0) {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cout</a:t>
            </a:r>
            <a:r>
              <a:rPr lang="en-IN" sz="1600" dirty="0"/>
              <a:t> &lt;&lt; "Stack is empty.\n";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return 0; // return null on empty stack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}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tos</a:t>
            </a:r>
            <a:r>
              <a:rPr lang="en-IN" sz="1600" dirty="0"/>
              <a:t>--;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return </a:t>
            </a:r>
            <a:r>
              <a:rPr lang="en-IN" sz="1600" dirty="0" err="1"/>
              <a:t>stck</a:t>
            </a:r>
            <a:r>
              <a:rPr lang="en-IN" sz="1600" dirty="0"/>
              <a:t>[</a:t>
            </a:r>
            <a:r>
              <a:rPr lang="en-IN" sz="1600" dirty="0" err="1"/>
              <a:t>tos</a:t>
            </a:r>
            <a:r>
              <a:rPr lang="en-IN" sz="1600" dirty="0" smtClean="0"/>
              <a:t>];       }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 err="1"/>
              <a:t>int</a:t>
            </a:r>
            <a:r>
              <a:rPr lang="en-US" sz="1600" dirty="0"/>
              <a:t> main()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{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 smtClean="0"/>
              <a:t>stack&lt;char</a:t>
            </a:r>
            <a:r>
              <a:rPr lang="en-US" sz="1600" dirty="0"/>
              <a:t>&gt; s1, s2; // create </a:t>
            </a:r>
            <a:r>
              <a:rPr lang="en-US" sz="1600" dirty="0" smtClean="0"/>
              <a:t>character stacks</a:t>
            </a:r>
            <a:endParaRPr lang="en-US" sz="1600" dirty="0"/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s1.push('a');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s2.push('x');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s1.push('b');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s2.push('y');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s1.push('c');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s2.push('z');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xmlns="" val="114263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Continued…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s1: " &lt;&lt; s1.pop()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s2: " &lt;&lt; s2.pop()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// demonstrate double stacks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stack&lt;double&gt; ds1, ds2; // create two double stacks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ds1.push(1.1);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ds2.push(2.2);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ds1.push(3.3);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ds2.push(4.4);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ds1.push(5.5);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ds2.push(6.6);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ds1: " &lt;&lt; ds1.pop()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ds2: " &lt;&lt; ds2.pop()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return 0;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1700808"/>
            <a:ext cx="18573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948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template with multiple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IN" sz="1600" dirty="0"/>
              <a:t>#include &lt;</a:t>
            </a:r>
            <a:r>
              <a:rPr lang="en-IN" sz="1600" dirty="0" err="1"/>
              <a:t>iostream</a:t>
            </a:r>
            <a:r>
              <a:rPr lang="en-IN" sz="1600" dirty="0"/>
              <a:t>&gt;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using namespace </a:t>
            </a:r>
            <a:r>
              <a:rPr lang="en-IN" sz="1600" dirty="0" err="1"/>
              <a:t>std</a:t>
            </a:r>
            <a:r>
              <a:rPr lang="en-IN" sz="1600" dirty="0"/>
              <a:t>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template &lt;class Type1, class Type2&gt; class </a:t>
            </a:r>
            <a:r>
              <a:rPr lang="en-IN" sz="1600" dirty="0" err="1"/>
              <a:t>myclass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Type1 </a:t>
            </a:r>
            <a:r>
              <a:rPr lang="en-IN" sz="1600" dirty="0" err="1"/>
              <a:t>i</a:t>
            </a:r>
            <a:r>
              <a:rPr lang="en-IN" sz="1600" dirty="0"/>
              <a:t>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Type2 j;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public: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myclass</a:t>
            </a:r>
            <a:r>
              <a:rPr lang="en-IN" sz="1600" dirty="0"/>
              <a:t>(Type1 a, Type2 b) { </a:t>
            </a:r>
            <a:r>
              <a:rPr lang="en-IN" sz="1600" dirty="0" err="1"/>
              <a:t>i</a:t>
            </a:r>
            <a:r>
              <a:rPr lang="en-IN" sz="1600" dirty="0"/>
              <a:t> = a; j = b; }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void show() { </a:t>
            </a:r>
            <a:r>
              <a:rPr lang="en-IN" sz="1600" dirty="0" err="1"/>
              <a:t>cout</a:t>
            </a:r>
            <a:r>
              <a:rPr lang="en-IN" sz="1600" dirty="0"/>
              <a:t> &lt;&lt; </a:t>
            </a:r>
            <a:r>
              <a:rPr lang="en-IN" sz="1600" dirty="0" err="1"/>
              <a:t>i</a:t>
            </a:r>
            <a:r>
              <a:rPr lang="en-IN" sz="1600" dirty="0"/>
              <a:t> &lt;&lt; ' ' &lt;&lt; j &lt;&lt; '\n'; }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};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main()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myclass</a:t>
            </a:r>
            <a:r>
              <a:rPr lang="en-IN" sz="1600" dirty="0"/>
              <a:t>&lt;</a:t>
            </a:r>
            <a:r>
              <a:rPr lang="en-IN" sz="1600" dirty="0" err="1"/>
              <a:t>int</a:t>
            </a:r>
            <a:r>
              <a:rPr lang="en-IN" sz="1600" dirty="0"/>
              <a:t>, double&gt; ob1(10, 0.23);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myclass</a:t>
            </a:r>
            <a:r>
              <a:rPr lang="en-IN" sz="1600" dirty="0"/>
              <a:t>&lt;char, char *&gt; ob2('X', "Templates add power.");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ob1.show(); // show </a:t>
            </a:r>
            <a:r>
              <a:rPr lang="en-IN" sz="1600" dirty="0" err="1"/>
              <a:t>int</a:t>
            </a:r>
            <a:r>
              <a:rPr lang="en-IN" sz="1600" dirty="0"/>
              <a:t>, double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ob2.show(); // show char, char *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return 0;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5589240"/>
            <a:ext cx="32194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712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1437</TotalTime>
  <Words>824</Words>
  <Application>Microsoft Office PowerPoint</Application>
  <PresentationFormat>On-screen Show (4:3)</PresentationFormat>
  <Paragraphs>142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Templates</vt:lpstr>
      <vt:lpstr>Templates</vt:lpstr>
      <vt:lpstr>Function templates</vt:lpstr>
      <vt:lpstr>Example</vt:lpstr>
      <vt:lpstr>Function templates with multiple parameters</vt:lpstr>
      <vt:lpstr>Class templates</vt:lpstr>
      <vt:lpstr>Example</vt:lpstr>
      <vt:lpstr>Continued…</vt:lpstr>
      <vt:lpstr>Class template with multiple parameters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hp</dc:creator>
  <cp:lastModifiedBy>raman</cp:lastModifiedBy>
  <cp:revision>81</cp:revision>
  <dcterms:created xsi:type="dcterms:W3CDTF">2016-10-04T09:33:42Z</dcterms:created>
  <dcterms:modified xsi:type="dcterms:W3CDTF">2018-04-19T23:57:07Z</dcterms:modified>
</cp:coreProperties>
</file>