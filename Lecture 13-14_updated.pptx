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00" r:id="rId2"/>
    <p:sldId id="257" r:id="rId3"/>
    <p:sldId id="302" r:id="rId4"/>
    <p:sldId id="304" r:id="rId5"/>
    <p:sldId id="308" r:id="rId6"/>
    <p:sldId id="303" r:id="rId7"/>
    <p:sldId id="306" r:id="rId8"/>
    <p:sldId id="307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>
      <p:cViewPr>
        <p:scale>
          <a:sx n="76" d="100"/>
          <a:sy n="76" d="100"/>
        </p:scale>
        <p:origin x="-1098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739D4-B077-404A-8ADD-AF5FAA982EBB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229F2-7453-4016-BBF3-7505EAF015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7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229F2-7453-4016-BBF3-7505EAF0157E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1014C-FFA6-488A-91CD-B4D91971395F}" type="datetimeFigureOut">
              <a:rPr lang="en-US" smtClean="0"/>
              <a:pPr/>
              <a:t>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BB6E0-225E-4FF2-9B05-CDABBC2F02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2057399"/>
          </a:xfrm>
          <a:ln w="254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Lecture 13-14</a:t>
            </a:r>
            <a:r>
              <a:rPr lang="en-US" sz="5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 smtClean="0">
                <a:latin typeface="Times New Roman" pitchFamily="18" charset="0"/>
                <a:cs typeface="Times New Roman" pitchFamily="18" charset="0"/>
              </a:rPr>
              <a:t>Constructors</a:t>
            </a: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Contents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Introduction to Constructor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Characteristics of Constructor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Types of Constructor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Constructors with Default Arguments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Introduction to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constructor is a special member function of a class whose task is to initialize the objects of its class.</a:t>
            </a: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has the same name as of that class.</a:t>
            </a: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invoked on the creation of the object of the associated class.</a:t>
            </a: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can be defined either inside the class or outside the class.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0387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Characteristics of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495799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must be declared in the public section of the class.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does not have any return type (not even void) and therefore cannot return any value.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automatically called when the object is created.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also be called explicitly.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take parameters.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Constructors can have default arguments.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Constructor can be overloaded.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4299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Characteristics of Constructor (Cont..)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cannot be inherited (although a derived class constructor can call a base class constructor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Constructors cannot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 virtual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cannot refer to their addresses.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Constructors make implicit call to the operators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when memory allocation is required.</a:t>
            </a:r>
          </a:p>
          <a:p>
            <a:pPr algn="just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Note: When a constructor is declared in a class, initialization of class objects become mandatory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4457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Declaration of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Declaration of constructor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//class with a constructor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classname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private: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// variable and function declarations;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//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variable and function declarations;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classname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();     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//constructor (having same name as the class)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4299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Example of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6988"/>
            <a:ext cx="8229600" cy="55610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sz="1650" b="1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1650" b="1" dirty="0" err="1" smtClean="0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example</a:t>
            </a:r>
          </a:p>
          <a:p>
            <a:pPr marL="0" indent="0">
              <a:buNone/>
            </a:pP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5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a;</a:t>
            </a:r>
          </a:p>
          <a:p>
            <a:pPr marL="0" indent="0">
              <a:buNone/>
            </a:pP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5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example();    </a:t>
            </a:r>
            <a:r>
              <a:rPr lang="en-US" sz="165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//constructor declared</a:t>
            </a:r>
          </a:p>
          <a:p>
            <a:pPr marL="0" indent="0">
              <a:buNone/>
            </a:pP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void display( );</a:t>
            </a:r>
          </a:p>
          <a:p>
            <a:pPr marL="0" indent="0">
              <a:buNone/>
            </a:pP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};</a:t>
            </a:r>
            <a:endParaRPr lang="en-US" sz="165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5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example::</a:t>
            </a:r>
            <a:r>
              <a:rPr lang="en-US" sz="165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example</a:t>
            </a:r>
            <a:r>
              <a:rPr lang="en-US" sz="165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()  </a:t>
            </a: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//constructor </a:t>
            </a: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defined</a:t>
            </a:r>
            <a:endParaRPr lang="en-US" sz="165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        {</a:t>
            </a:r>
          </a:p>
          <a:p>
            <a:pPr marL="0" indent="0">
              <a:buNone/>
            </a:pP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a=5;</a:t>
            </a:r>
          </a:p>
          <a:p>
            <a:pPr marL="0" indent="0">
              <a:buNone/>
            </a:pP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        }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50" b="1" dirty="0" smtClean="0"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example::display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165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165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&lt;&lt;a;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019800" y="1676400"/>
            <a:ext cx="2590800" cy="167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572000" y="1371600"/>
            <a:ext cx="4139852" cy="228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7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IN" sz="17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e1;                      </a:t>
            </a:r>
            <a:r>
              <a:rPr lang="en-IN" sz="17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//implicit call</a:t>
            </a:r>
          </a:p>
          <a:p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IN" sz="17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e2=example();  </a:t>
            </a:r>
            <a:r>
              <a:rPr lang="en-IN" sz="1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//explicit call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e1.display();</a:t>
            </a:r>
          </a:p>
          <a:p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e2.display();</a:t>
            </a:r>
          </a:p>
          <a:p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IN" sz="1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return </a:t>
            </a:r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0;</a:t>
            </a:r>
          </a:p>
          <a:p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1905000" y="2133600"/>
            <a:ext cx="3048002" cy="1349679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0" y="4038600"/>
            <a:ext cx="4139852" cy="220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a class contains a constructor, it is guaranteed that an object of that class (when created) will be initialized automatically.</a:t>
            </a:r>
          </a:p>
          <a:p>
            <a:pPr algn="just"/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Not only creates the object </a:t>
            </a:r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e1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type </a:t>
            </a:r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but also initializes its data member </a:t>
            </a:r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5.</a:t>
            </a:r>
          </a:p>
          <a:p>
            <a:endParaRPr lang="en-IN" dirty="0" smtClean="0">
              <a:solidFill>
                <a:schemeClr val="tx1"/>
              </a:solidFill>
            </a:endParaRPr>
          </a:p>
        </p:txBody>
      </p:sp>
      <p:sp>
        <p:nvSpPr>
          <p:cNvPr id="43" name="Left Bracket 42"/>
          <p:cNvSpPr/>
          <p:nvPr/>
        </p:nvSpPr>
        <p:spPr>
          <a:xfrm>
            <a:off x="3962400" y="2133600"/>
            <a:ext cx="838199" cy="3124200"/>
          </a:xfrm>
          <a:prstGeom prst="leftBracke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4222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Types of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Default Constructor</a:t>
            </a:r>
          </a:p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Parameterized Constructor</a:t>
            </a:r>
          </a:p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Copy Constructor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1082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Default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constructor that accepts no parameters is called default constructor.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default constructor for class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example::example( )</a:t>
            </a: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7664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Parameterized Constructors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Sometimes, it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may be necessary to initialize the various data elements of different objects with different values when they are created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achieved  by passing arguments to the constructor function when the objects are created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constructors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that can take arguments are called parameterized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constructors.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4455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Example of Parameterized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6988"/>
            <a:ext cx="8483252" cy="533241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5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example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5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a;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5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example(</a:t>
            </a:r>
            <a:r>
              <a:rPr lang="en-US" sz="165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5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);     </a:t>
            </a: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//Parameterized Constructor</a:t>
            </a:r>
          </a:p>
          <a:p>
            <a:pPr marL="0" indent="0">
              <a:buNone/>
            </a:pP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void display( );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::example(</a:t>
            </a:r>
            <a:r>
              <a:rPr lang="en-US" sz="165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x)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a=x;</a:t>
            </a:r>
          </a:p>
          <a:p>
            <a:pPr marL="0" indent="0">
              <a:buNone/>
            </a:pP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        }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650" b="1" dirty="0"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example::display()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    {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165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&lt;&lt;a;</a:t>
            </a:r>
          </a:p>
          <a:p>
            <a:pPr marL="0" indent="0">
              <a:buNone/>
            </a:pPr>
            <a:r>
              <a:rPr lang="en-US" sz="165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65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US" sz="165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019800" y="1676400"/>
            <a:ext cx="2590800" cy="167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5029200" y="1524000"/>
            <a:ext cx="3987452" cy="3657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700"/>
              </a:spcBef>
              <a:buClr>
                <a:srgbClr val="FFFFFF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a </a:t>
            </a:r>
            <a:r>
              <a:rPr lang="en-US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constructor </a:t>
            </a:r>
            <a:r>
              <a:rPr lang="en-US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parameterized, we must pass the initial values as arguments to the constructor function when an object is declared</a:t>
            </a:r>
            <a:r>
              <a:rPr lang="en-US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Bef>
                <a:spcPts val="700"/>
              </a:spcBef>
              <a:buClr>
                <a:srgbClr val="FFFFFF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sz="17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700"/>
              </a:spcBef>
              <a:buClr>
                <a:srgbClr val="FFFFFF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sz="1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Two ways Calling:</a:t>
            </a:r>
          </a:p>
          <a:p>
            <a:pPr marL="742950" lvl="1" indent="-285750">
              <a:spcBef>
                <a:spcPts val="600"/>
              </a:spcBef>
              <a:buClr>
                <a:srgbClr val="FFFFFF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Explicit</a:t>
            </a:r>
          </a:p>
          <a:p>
            <a:pPr marL="1200150" lvl="2" indent="-285750">
              <a:spcBef>
                <a:spcPts val="500"/>
              </a:spcBef>
              <a:buClr>
                <a:srgbClr val="FFFFFF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e1 = example(5);</a:t>
            </a:r>
          </a:p>
          <a:p>
            <a:pPr marL="742950" lvl="1" indent="-285750">
              <a:spcBef>
                <a:spcPts val="600"/>
              </a:spcBef>
              <a:buClr>
                <a:srgbClr val="FFFFFF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Implicit</a:t>
            </a:r>
            <a:endParaRPr lang="en-US" sz="17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spcBef>
                <a:spcPts val="500"/>
              </a:spcBef>
              <a:buClr>
                <a:srgbClr val="FFFFFF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e1(5);</a:t>
            </a:r>
            <a:endParaRPr lang="en-US" sz="17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spcBef>
                <a:spcPts val="500"/>
              </a:spcBef>
              <a:buClr>
                <a:srgbClr val="FFFFFF"/>
              </a:buClr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7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//Shorthand method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metho</a:t>
            </a:r>
            <a:r>
              <a:rPr lang="en-US" dirty="0" smtClean="0"/>
              <a:t>d</a:t>
            </a:r>
            <a:endParaRPr lang="en-IN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2997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Constructors with Default Arguments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possible to define constructors with default arguments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Consider </a:t>
            </a: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 (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a, </a:t>
            </a:r>
            <a:r>
              <a:rPr lang="en-US" sz="2400" b="1" dirty="0" err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b= </a:t>
            </a: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endParaRPr lang="en-US" sz="2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default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value of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argument b 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zero.</a:t>
            </a:r>
          </a:p>
          <a:p>
            <a:pPr marL="0" lvl="1" indent="0" algn="just">
              <a:buNone/>
            </a:pP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 e1(5); </a:t>
            </a:r>
          </a:p>
          <a:p>
            <a:pPr marL="0" lvl="1" indent="0" algn="just"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assigns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value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the variable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and 0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1" indent="0" algn="just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e1(5, 3); </a:t>
            </a:r>
          </a:p>
          <a:p>
            <a:pPr marL="0" lvl="1" indent="0" algn="just"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assigns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value 5 to the variable a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b.</a:t>
            </a:r>
          </a:p>
          <a:p>
            <a:pPr marL="0" lvl="1" indent="0" algn="just">
              <a:buNone/>
            </a:pPr>
            <a:endParaRPr lang="en-US" dirty="0">
              <a:solidFill>
                <a:srgbClr val="00B050"/>
              </a:solidFill>
            </a:endParaRP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041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Constructors with Default Arguments (Cont..)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xample::example()         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//Default Constructor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xample::example(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a=0);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//Default Argument Constructor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default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argument constructor can be called with either one argument or no arguments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called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with no arguments, it becomes a default constructor.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4942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Copy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copy constructor is used to declare and initialize an object from another object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example, the statement:</a:t>
            </a:r>
          </a:p>
          <a:p>
            <a:pPr marL="0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e2(e1);</a:t>
            </a:r>
          </a:p>
          <a:p>
            <a:pPr marL="363538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will define the object </a:t>
            </a:r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at the same time initialize it to   the value of </a:t>
            </a:r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63538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process of initializing through a copy constructor is known as 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copy initialization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 smtClean="0"/>
              <a:t>     </a:t>
            </a:r>
            <a:endParaRPr lang="en-US" sz="2400" dirty="0"/>
          </a:p>
          <a:p>
            <a:pPr algn="just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algn="just">
              <a:buFont typeface="Wingdings" pitchFamily="2" charset="2"/>
              <a:buChar char="§"/>
            </a:pPr>
            <a:endParaRPr lang="en-US" dirty="0"/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4722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Example of Copy Constructor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392" y="1295400"/>
            <a:ext cx="8382000" cy="5486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using namespace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private: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public: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example(</a:t>
            </a:r>
            <a:r>
              <a:rPr lang="en-US" sz="16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);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//Parameterized Constructor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example(example &amp;);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//Copy Constructor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void display();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::example(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x)</a:t>
            </a: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a=x;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example::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example(example &amp;p)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a=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p.a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}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400" dirty="0" smtClean="0"/>
              <a:t>     </a:t>
            </a:r>
            <a:endParaRPr lang="en-US" sz="2400" dirty="0"/>
          </a:p>
          <a:p>
            <a:pPr algn="just"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algn="just">
              <a:buFont typeface="Wingdings" pitchFamily="2" charset="2"/>
              <a:buChar char="§"/>
            </a:pPr>
            <a:endParaRPr lang="en-US" dirty="0"/>
          </a:p>
          <a:p>
            <a:pPr algn="just">
              <a:buFont typeface="Wingdings" pitchFamily="2" charset="2"/>
              <a:buChar char="§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2954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081392" y="1295400"/>
            <a:ext cx="3810000" cy="388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example::display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a;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main()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e1(5);    </a:t>
            </a:r>
            <a:endParaRPr lang="en-IN" sz="1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e2(e1); 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//or,  example e2=e1;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e2.display();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return </a:t>
            </a:r>
            <a:r>
              <a:rPr lang="en-IN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0;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US" sz="16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800600" y="1296988"/>
            <a:ext cx="0" cy="5561012"/>
          </a:xfrm>
          <a:prstGeom prst="line">
            <a:avLst/>
          </a:prstGeom>
          <a:ln w="222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60515" y="5257800"/>
            <a:ext cx="3910208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 variable has been used as an argument to the copy constructor.</a:t>
            </a:r>
          </a:p>
          <a:p>
            <a:pPr algn="just"/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 cannot pass the argument by value to a copy 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constructor.</a:t>
            </a: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2667000" y="3962400"/>
            <a:ext cx="2414392" cy="16002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5655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2841</TotalTime>
  <Words>920</Words>
  <Application>Microsoft Office PowerPoint</Application>
  <PresentationFormat>On-screen Show (4:3)</PresentationFormat>
  <Paragraphs>208</Paragraphs>
  <Slides>16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Lecture 13-14 Constructors</vt:lpstr>
      <vt:lpstr>Contents</vt:lpstr>
      <vt:lpstr>Introduction to Constructor</vt:lpstr>
      <vt:lpstr>Characteristics of Constructor</vt:lpstr>
      <vt:lpstr>Characteristics of Constructor (Cont..)</vt:lpstr>
      <vt:lpstr>Declaration of Constructor</vt:lpstr>
      <vt:lpstr>Example of Constructor</vt:lpstr>
      <vt:lpstr>Types of Constructor</vt:lpstr>
      <vt:lpstr>Default Constructor</vt:lpstr>
      <vt:lpstr>Parameterized Constructors</vt:lpstr>
      <vt:lpstr>Example of Parameterized Constructor</vt:lpstr>
      <vt:lpstr>Constructors with Default Arguments</vt:lpstr>
      <vt:lpstr>Constructors with Default Arguments (Cont..)</vt:lpstr>
      <vt:lpstr>Copy Constructor</vt:lpstr>
      <vt:lpstr>Example of Copy Constructor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com</dc:creator>
  <cp:lastModifiedBy>Smita Agarwal</cp:lastModifiedBy>
  <cp:revision>296</cp:revision>
  <dcterms:created xsi:type="dcterms:W3CDTF">2015-08-02T14:02:11Z</dcterms:created>
  <dcterms:modified xsi:type="dcterms:W3CDTF">2018-01-23T18:01:05Z</dcterms:modified>
</cp:coreProperties>
</file>