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0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LEC 19-20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Default Function Arguments, Ambiguity in Function Overloading and Operator Overloading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Default Function Arguments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C++ allows a function to assign a parameter a default value when no argument corresponding to that parameter is specified in a call to that function. </a:t>
            </a:r>
          </a:p>
          <a:p>
            <a:r>
              <a:rPr lang="en-US" dirty="0" smtClean="0"/>
              <a:t>For example, this declares </a:t>
            </a:r>
            <a:r>
              <a:rPr lang="en-US" dirty="0" err="1" smtClean="0"/>
              <a:t>myfunc</a:t>
            </a:r>
            <a:r>
              <a:rPr lang="en-US" dirty="0" smtClean="0"/>
              <a:t>( ) as taking one double argument with a default value of 0.0: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void </a:t>
            </a:r>
            <a:r>
              <a:rPr lang="en-US" dirty="0" err="1" smtClean="0"/>
              <a:t>myfunc</a:t>
            </a:r>
            <a:r>
              <a:rPr lang="en-US" dirty="0" smtClean="0"/>
              <a:t>(double d = 0.0)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smtClean="0"/>
              <a:t>// ...}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/>
              <a:t>myfunc</a:t>
            </a:r>
            <a:r>
              <a:rPr lang="en-US" dirty="0" smtClean="0"/>
              <a:t>(198.234); // pass an explicit value</a:t>
            </a:r>
          </a:p>
          <a:p>
            <a:pPr>
              <a:buNone/>
            </a:pPr>
            <a:r>
              <a:rPr lang="en-US" dirty="0" err="1" smtClean="0"/>
              <a:t>myfunc</a:t>
            </a:r>
            <a:r>
              <a:rPr lang="en-US" dirty="0" smtClean="0"/>
              <a:t>(); // </a:t>
            </a:r>
            <a:r>
              <a:rPr lang="en-US" b="1" dirty="0" smtClean="0"/>
              <a:t>let function use default</a:t>
            </a:r>
          </a:p>
          <a:p>
            <a:pPr>
              <a:buNone/>
            </a:pPr>
            <a:r>
              <a:rPr lang="en-US" dirty="0" smtClean="0"/>
              <a:t>The first call passes the value 198.234 to d. The second call automatically gives d the default value zero.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Ambiguity in Function Overloading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You can create a situation in which the compiler is unable to choose between two (or more) overloaded functions. </a:t>
            </a:r>
          </a:p>
          <a:p>
            <a:pPr algn="just"/>
            <a:r>
              <a:rPr lang="en-US" dirty="0" smtClean="0"/>
              <a:t>When this happens, the situation is said to be </a:t>
            </a:r>
            <a:r>
              <a:rPr lang="en-US" i="1" dirty="0" smtClean="0"/>
              <a:t>ambiguous.</a:t>
            </a:r>
          </a:p>
          <a:p>
            <a:pPr algn="just"/>
            <a:r>
              <a:rPr lang="en-US" dirty="0" smtClean="0"/>
              <a:t>Ambiguous statements are errors, and programs containing ambiguity will not compile.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Ambiguity in Function Overloading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myfunc</a:t>
            </a:r>
            <a:r>
              <a:rPr lang="en-US" dirty="0" smtClean="0"/>
              <a:t>(double d);</a:t>
            </a:r>
          </a:p>
          <a:p>
            <a:pPr>
              <a:buNone/>
            </a:pPr>
            <a:r>
              <a:rPr lang="en-US" dirty="0" smtClean="0"/>
              <a:t>// ...</a:t>
            </a:r>
          </a:p>
          <a:p>
            <a:pPr>
              <a:buNone/>
            </a:pPr>
            <a:r>
              <a:rPr lang="en-US" dirty="0" err="1" smtClean="0"/>
              <a:t>cout</a:t>
            </a:r>
            <a:r>
              <a:rPr lang="en-US" dirty="0" smtClean="0"/>
              <a:t> &lt;&lt; </a:t>
            </a:r>
            <a:r>
              <a:rPr lang="en-US" dirty="0" err="1" smtClean="0"/>
              <a:t>myfunc</a:t>
            </a:r>
            <a:r>
              <a:rPr lang="en-US" dirty="0" smtClean="0"/>
              <a:t>('c'); </a:t>
            </a:r>
          </a:p>
          <a:p>
            <a:pPr>
              <a:buNone/>
            </a:pPr>
            <a:r>
              <a:rPr lang="en-US" dirty="0" smtClean="0"/>
              <a:t>// not an error, conversion applied</a:t>
            </a:r>
          </a:p>
          <a:p>
            <a:r>
              <a:rPr lang="en-US" dirty="0" smtClean="0"/>
              <a:t>Although automatic type conversions are convenient, they are also a prime cause of ambiguity.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</a:t>
            </a:r>
          </a:p>
          <a:p>
            <a:pPr>
              <a:buNone/>
            </a:pPr>
            <a:r>
              <a:rPr lang="en-US" dirty="0" smtClean="0"/>
              <a:t>using namespace std;</a:t>
            </a:r>
          </a:p>
          <a:p>
            <a:pPr>
              <a:buNone/>
            </a:pPr>
            <a:r>
              <a:rPr lang="en-US" dirty="0" smtClean="0"/>
              <a:t>float </a:t>
            </a:r>
            <a:r>
              <a:rPr lang="en-US" dirty="0" err="1" smtClean="0"/>
              <a:t>myfunc</a:t>
            </a:r>
            <a:r>
              <a:rPr lang="en-US" dirty="0" smtClean="0"/>
              <a:t>(float </a:t>
            </a:r>
            <a:r>
              <a:rPr lang="en-US" dirty="0" err="1" smtClean="0"/>
              <a:t>i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double </a:t>
            </a:r>
            <a:r>
              <a:rPr lang="en-US" dirty="0" err="1" smtClean="0"/>
              <a:t>myfunc</a:t>
            </a:r>
            <a:r>
              <a:rPr lang="en-US" dirty="0" smtClean="0"/>
              <a:t>(double </a:t>
            </a:r>
            <a:r>
              <a:rPr lang="en-US" dirty="0" err="1" smtClean="0"/>
              <a:t>i</a:t>
            </a:r>
            <a:r>
              <a:rPr lang="en-US" dirty="0" smtClean="0"/>
              <a:t>);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main()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fr-FR" dirty="0" smtClean="0"/>
              <a:t>cout &lt;&lt; </a:t>
            </a:r>
            <a:r>
              <a:rPr lang="fr-FR" dirty="0" err="1" smtClean="0"/>
              <a:t>myfunc</a:t>
            </a:r>
            <a:r>
              <a:rPr lang="fr-FR" dirty="0" smtClean="0"/>
              <a:t>(10.1) &lt;&lt; " "; // </a:t>
            </a:r>
            <a:r>
              <a:rPr lang="fr-FR" dirty="0" err="1" smtClean="0"/>
              <a:t>unambiguous</a:t>
            </a:r>
            <a:r>
              <a:rPr lang="fr-FR" dirty="0" smtClean="0"/>
              <a:t>, calls </a:t>
            </a:r>
            <a:r>
              <a:rPr lang="fr-FR" dirty="0" err="1" smtClean="0"/>
              <a:t>myfunc</a:t>
            </a:r>
            <a:r>
              <a:rPr lang="fr-FR" dirty="0" smtClean="0"/>
              <a:t>(double)</a:t>
            </a:r>
          </a:p>
          <a:p>
            <a:pPr>
              <a:buNone/>
            </a:pPr>
            <a:r>
              <a:rPr lang="en-US" dirty="0" err="1" smtClean="0"/>
              <a:t>cout</a:t>
            </a:r>
            <a:r>
              <a:rPr lang="en-US" dirty="0" smtClean="0"/>
              <a:t> &lt;&lt; </a:t>
            </a:r>
            <a:r>
              <a:rPr lang="en-US" dirty="0" err="1" smtClean="0"/>
              <a:t>myfunc</a:t>
            </a:r>
            <a:r>
              <a:rPr lang="en-US" dirty="0" smtClean="0"/>
              <a:t>(10); // ambiguous</a:t>
            </a:r>
          </a:p>
          <a:p>
            <a:pPr>
              <a:buNone/>
            </a:pPr>
            <a:r>
              <a:rPr lang="en-US" dirty="0" smtClean="0"/>
              <a:t>return 0;</a:t>
            </a:r>
          </a:p>
          <a:p>
            <a:pPr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Operator Overloading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In C++, you can overload most operators so that they perform special operations relative to classes that you create. </a:t>
            </a:r>
          </a:p>
          <a:p>
            <a:pPr algn="just"/>
            <a:r>
              <a:rPr lang="en-US" dirty="0" smtClean="0"/>
              <a:t>For example, a class that maintains a stack might overload + to perform a push operation and – – to perform a pop. </a:t>
            </a:r>
          </a:p>
          <a:p>
            <a:pPr algn="just"/>
            <a:r>
              <a:rPr lang="en-US" dirty="0" smtClean="0"/>
              <a:t>When an operator is overloaded, none of its original meanings are lost. Instead, the type of objects it can be applied to is expanded.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Operator Overloading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You overload operators by creating operator functions.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 operator function defines the operations that the overloaded operator will perform relative to the class upon which it will work.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 operator function is created using the keyword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operator.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Operator functions can be either members or nonmembers of a class.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Nonmember operator functions are almost always friend functions of the class, however.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Creating a Member Operator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i="1" dirty="0" smtClean="0"/>
              <a:t>ret-type class-name::operator op(</a:t>
            </a:r>
            <a:r>
              <a:rPr lang="en-US" i="1" dirty="0" err="1" smtClean="0"/>
              <a:t>arg</a:t>
            </a:r>
            <a:r>
              <a:rPr lang="en-US" i="1" dirty="0" smtClean="0"/>
              <a:t>-list)</a:t>
            </a:r>
          </a:p>
          <a:p>
            <a:pPr algn="just">
              <a:buNone/>
            </a:pPr>
            <a:r>
              <a:rPr lang="en-US" dirty="0" smtClean="0"/>
              <a:t>{</a:t>
            </a:r>
          </a:p>
          <a:p>
            <a:pPr algn="just">
              <a:buNone/>
            </a:pPr>
            <a:r>
              <a:rPr lang="en-US" dirty="0" smtClean="0"/>
              <a:t>     // operations</a:t>
            </a:r>
          </a:p>
          <a:p>
            <a:pPr algn="just"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Unary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unary operators operate on a single operand and following are the examples of Unary operators −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The increment (++) and decrement (--) operators.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The unary minus (-) operator.</a:t>
            </a:r>
          </a:p>
          <a:p>
            <a:pPr>
              <a:buFont typeface="Wingdings" pitchFamily="2" charset="2"/>
              <a:buChar char="q"/>
            </a:pPr>
            <a:r>
              <a:rPr lang="en-US" dirty="0" smtClean="0"/>
              <a:t>The logical not (!) operator.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Unary Operator Overload - (using member function)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55000" lnSpcReduction="20000"/>
          </a:bodyPr>
          <a:lstStyle/>
          <a:p>
            <a:pPr>
              <a:buNone/>
            </a:pPr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</a:t>
            </a:r>
          </a:p>
          <a:p>
            <a:pPr>
              <a:buNone/>
            </a:pPr>
            <a:r>
              <a:rPr lang="en-US" dirty="0" smtClean="0"/>
              <a:t>using namespace std; </a:t>
            </a:r>
          </a:p>
          <a:p>
            <a:pPr>
              <a:buNone/>
            </a:pPr>
            <a:r>
              <a:rPr lang="en-US" dirty="0" smtClean="0"/>
              <a:t>class Distance</a:t>
            </a:r>
          </a:p>
          <a:p>
            <a:pPr>
              <a:buNone/>
            </a:pPr>
            <a:r>
              <a:rPr lang="en-US" dirty="0" smtClean="0"/>
              <a:t> {  </a:t>
            </a:r>
          </a:p>
          <a:p>
            <a:pPr>
              <a:buNone/>
            </a:pPr>
            <a:r>
              <a:rPr lang="en-US" dirty="0" smtClean="0"/>
              <a:t> private:      </a:t>
            </a:r>
          </a:p>
          <a:p>
            <a:pPr>
              <a:buNone/>
            </a:pPr>
            <a:r>
              <a:rPr lang="en-US" dirty="0" smtClean="0"/>
              <a:t>  </a:t>
            </a:r>
            <a:r>
              <a:rPr lang="en-US" dirty="0" err="1" smtClean="0"/>
              <a:t>int</a:t>
            </a:r>
            <a:r>
              <a:rPr lang="en-US" dirty="0" smtClean="0"/>
              <a:t> feet;                </a:t>
            </a:r>
          </a:p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inches;        </a:t>
            </a:r>
          </a:p>
          <a:p>
            <a:pPr>
              <a:buNone/>
            </a:pPr>
            <a:r>
              <a:rPr lang="en-US" dirty="0" smtClean="0"/>
              <a:t>public:      </a:t>
            </a:r>
          </a:p>
          <a:p>
            <a:pPr>
              <a:buNone/>
            </a:pPr>
            <a:r>
              <a:rPr lang="en-US" b="1" dirty="0" smtClean="0"/>
              <a:t>//constructor</a:t>
            </a:r>
            <a:r>
              <a:rPr lang="en-US" dirty="0" smtClean="0"/>
              <a:t>      </a:t>
            </a:r>
          </a:p>
          <a:p>
            <a:pPr>
              <a:buNone/>
            </a:pPr>
            <a:r>
              <a:rPr lang="en-US" dirty="0" smtClean="0"/>
              <a:t>Distance() </a:t>
            </a:r>
          </a:p>
          <a:p>
            <a:pPr>
              <a:buNone/>
            </a:pPr>
            <a:r>
              <a:rPr lang="en-US" dirty="0" smtClean="0"/>
              <a:t>{        </a:t>
            </a:r>
          </a:p>
          <a:p>
            <a:pPr>
              <a:buNone/>
            </a:pPr>
            <a:r>
              <a:rPr lang="en-US" dirty="0" smtClean="0"/>
              <a:t> feet = 0;       </a:t>
            </a:r>
          </a:p>
          <a:p>
            <a:pPr>
              <a:buNone/>
            </a:pPr>
            <a:r>
              <a:rPr lang="en-US" dirty="0" smtClean="0"/>
              <a:t>  inches = 0;     </a:t>
            </a:r>
          </a:p>
          <a:p>
            <a:pPr>
              <a:buNone/>
            </a:pPr>
            <a:r>
              <a:rPr lang="en-US" dirty="0" smtClean="0"/>
              <a:t> }</a:t>
            </a:r>
          </a:p>
          <a:p>
            <a:pPr>
              <a:buNone/>
            </a:pPr>
            <a:r>
              <a:rPr lang="en-US" b="1" dirty="0" smtClean="0"/>
              <a:t>//constructor</a:t>
            </a:r>
          </a:p>
          <a:p>
            <a:pPr>
              <a:buNone/>
            </a:pPr>
            <a:r>
              <a:rPr lang="en-US" dirty="0" smtClean="0"/>
              <a:t>Distance(</a:t>
            </a:r>
            <a:r>
              <a:rPr lang="en-US" dirty="0" err="1" smtClean="0"/>
              <a:t>int</a:t>
            </a:r>
            <a:r>
              <a:rPr lang="en-US" dirty="0" smtClean="0"/>
              <a:t> f,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) {        </a:t>
            </a:r>
          </a:p>
          <a:p>
            <a:pPr>
              <a:buNone/>
            </a:pPr>
            <a:r>
              <a:rPr lang="en-US" dirty="0" smtClean="0"/>
              <a:t> feet = f;        </a:t>
            </a:r>
          </a:p>
          <a:p>
            <a:pPr>
              <a:buNone/>
            </a:pPr>
            <a:r>
              <a:rPr lang="en-US" dirty="0" smtClean="0"/>
              <a:t> inches = </a:t>
            </a:r>
            <a:r>
              <a:rPr lang="en-US" dirty="0" err="1" smtClean="0"/>
              <a:t>i</a:t>
            </a:r>
            <a:r>
              <a:rPr lang="en-US" dirty="0" smtClean="0"/>
              <a:t>;   </a:t>
            </a:r>
          </a:p>
          <a:p>
            <a:pPr>
              <a:buNone/>
            </a:pPr>
            <a:r>
              <a:rPr lang="en-US" dirty="0" smtClean="0"/>
              <a:t>   }          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b="1" dirty="0" smtClean="0"/>
              <a:t> // method to display distance      </a:t>
            </a:r>
          </a:p>
          <a:p>
            <a:pPr>
              <a:buNone/>
            </a:pPr>
            <a:r>
              <a:rPr lang="en-US" dirty="0" smtClean="0"/>
              <a:t>void </a:t>
            </a:r>
            <a:r>
              <a:rPr lang="en-US" dirty="0" err="1" smtClean="0"/>
              <a:t>displayDistance</a:t>
            </a:r>
            <a:r>
              <a:rPr lang="en-US" dirty="0" smtClean="0"/>
              <a:t>() {         </a:t>
            </a:r>
          </a:p>
          <a:p>
            <a:pPr>
              <a:buNone/>
            </a:pPr>
            <a:r>
              <a:rPr lang="en-US" dirty="0" err="1" smtClean="0"/>
              <a:t>cout</a:t>
            </a:r>
            <a:r>
              <a:rPr lang="en-US" dirty="0" smtClean="0"/>
              <a:t> &lt;&lt; "F: " &lt;&lt; feet &lt;&lt; " I:" &lt;&lt; inches &lt;&lt;</a:t>
            </a:r>
            <a:r>
              <a:rPr lang="en-US" dirty="0" err="1" smtClean="0"/>
              <a:t>endl</a:t>
            </a:r>
            <a:r>
              <a:rPr lang="en-US" dirty="0" smtClean="0"/>
              <a:t>;    </a:t>
            </a:r>
          </a:p>
          <a:p>
            <a:pPr>
              <a:buNone/>
            </a:pPr>
            <a:r>
              <a:rPr lang="en-US" dirty="0" smtClean="0"/>
              <a:t>  }          </a:t>
            </a:r>
          </a:p>
          <a:p>
            <a:pPr>
              <a:buNone/>
            </a:pPr>
            <a:r>
              <a:rPr lang="en-US" dirty="0" smtClean="0"/>
              <a:t>  </a:t>
            </a:r>
            <a:r>
              <a:rPr lang="en-US" b="1" dirty="0" smtClean="0"/>
              <a:t>// overloaded minus (-) operator      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dirty="0" smtClean="0"/>
              <a:t>Distance operator- (){       </a:t>
            </a:r>
          </a:p>
          <a:p>
            <a:pPr>
              <a:buNone/>
            </a:pPr>
            <a:r>
              <a:rPr lang="en-US" dirty="0" smtClean="0"/>
              <a:t>  feet = -feet;         </a:t>
            </a:r>
          </a:p>
          <a:p>
            <a:pPr>
              <a:buNone/>
            </a:pPr>
            <a:r>
              <a:rPr lang="en-US" dirty="0" smtClean="0"/>
              <a:t>inches = -inches;        </a:t>
            </a:r>
          </a:p>
          <a:p>
            <a:pPr>
              <a:buNone/>
            </a:pPr>
            <a:r>
              <a:rPr lang="en-US" dirty="0" smtClean="0"/>
              <a:t> return Distance(feet, inches);    </a:t>
            </a:r>
          </a:p>
          <a:p>
            <a:pPr>
              <a:buNone/>
            </a:pPr>
            <a:r>
              <a:rPr lang="en-US" dirty="0" smtClean="0"/>
              <a:t>  }</a:t>
            </a:r>
          </a:p>
          <a:p>
            <a:pPr>
              <a:buNone/>
            </a:pPr>
            <a:r>
              <a:rPr lang="en-US" dirty="0" smtClean="0"/>
              <a:t>};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main()</a:t>
            </a:r>
          </a:p>
          <a:p>
            <a:pPr>
              <a:buNone/>
            </a:pPr>
            <a:r>
              <a:rPr lang="en-US" dirty="0" smtClean="0"/>
              <a:t> {   </a:t>
            </a:r>
          </a:p>
          <a:p>
            <a:pPr>
              <a:buNone/>
            </a:pPr>
            <a:r>
              <a:rPr lang="en-US" dirty="0" smtClean="0"/>
              <a:t>     Distance D1(11, 10), D2(-5, 11);  </a:t>
            </a:r>
          </a:p>
          <a:p>
            <a:pPr>
              <a:buNone/>
            </a:pPr>
            <a:r>
              <a:rPr lang="en-US" dirty="0" smtClean="0"/>
              <a:t>     -D1;          </a:t>
            </a:r>
            <a:r>
              <a:rPr lang="en-US" b="1" dirty="0" smtClean="0"/>
              <a:t>// apply negation   </a:t>
            </a:r>
          </a:p>
          <a:p>
            <a:pPr>
              <a:buNone/>
            </a:pPr>
            <a:r>
              <a:rPr lang="en-US" dirty="0" smtClean="0"/>
              <a:t>      D1.displayDistance();   </a:t>
            </a:r>
          </a:p>
          <a:p>
            <a:pPr>
              <a:buNone/>
            </a:pPr>
            <a:r>
              <a:rPr lang="en-US" dirty="0" smtClean="0"/>
              <a:t>     // display D1  </a:t>
            </a:r>
          </a:p>
          <a:p>
            <a:pPr>
              <a:buNone/>
            </a:pPr>
            <a:r>
              <a:rPr lang="en-US" dirty="0" smtClean="0"/>
              <a:t>      -D2;            </a:t>
            </a:r>
            <a:r>
              <a:rPr lang="en-US" b="1" dirty="0" smtClean="0"/>
              <a:t>// apply negation   </a:t>
            </a:r>
          </a:p>
          <a:p>
            <a:pPr>
              <a:buNone/>
            </a:pPr>
            <a:r>
              <a:rPr lang="en-US" dirty="0" smtClean="0"/>
              <a:t>      D2.displayDistance();    // display D2   </a:t>
            </a:r>
          </a:p>
          <a:p>
            <a:pPr>
              <a:buNone/>
            </a:pPr>
            <a:r>
              <a:rPr lang="en-US" dirty="0" smtClean="0"/>
              <a:t>       return 0;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105400" y="5257800"/>
            <a:ext cx="3200400" cy="1600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Output:</a:t>
            </a:r>
          </a:p>
          <a:p>
            <a:pPr algn="ctr"/>
            <a:r>
              <a:rPr lang="nn-NO" sz="2800" dirty="0" smtClean="0">
                <a:solidFill>
                  <a:schemeClr val="tx1"/>
                </a:solidFill>
              </a:rPr>
              <a:t>F: -11 I:-10 F: 5 I:-11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Operators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binary operators take two arguments.</a:t>
            </a:r>
          </a:p>
          <a:p>
            <a:r>
              <a:rPr lang="en-US" dirty="0" smtClean="0"/>
              <a:t> You use binary operators very frequently like addition (+) operator, subtraction (-) operator and division (/) operator.</a:t>
            </a:r>
          </a:p>
          <a:p>
            <a:r>
              <a:rPr lang="en-US" b="1" dirty="0" smtClean="0"/>
              <a:t>*, ., ::, ?: </a:t>
            </a:r>
            <a:r>
              <a:rPr lang="en-US" dirty="0" smtClean="0"/>
              <a:t>are</a:t>
            </a:r>
            <a:r>
              <a:rPr lang="en-US" b="1" dirty="0" smtClean="0"/>
              <a:t> </a:t>
            </a:r>
            <a:r>
              <a:rPr lang="en-US" dirty="0" smtClean="0"/>
              <a:t>operators can not be overloaded.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Overloading Binary Operator (+)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47500" lnSpcReduction="20000"/>
          </a:bodyPr>
          <a:lstStyle/>
          <a:p>
            <a:pPr>
              <a:buNone/>
            </a:pPr>
            <a:r>
              <a:rPr lang="en-US" sz="4000" dirty="0" smtClean="0"/>
              <a:t>#include &lt;</a:t>
            </a:r>
            <a:r>
              <a:rPr lang="en-US" sz="4000" dirty="0" err="1" smtClean="0"/>
              <a:t>iostream</a:t>
            </a:r>
            <a:r>
              <a:rPr lang="en-US" sz="4000" dirty="0" smtClean="0"/>
              <a:t>&gt;</a:t>
            </a:r>
          </a:p>
          <a:p>
            <a:pPr>
              <a:buNone/>
            </a:pPr>
            <a:r>
              <a:rPr lang="en-US" sz="4000" dirty="0" smtClean="0"/>
              <a:t>using namespace std;</a:t>
            </a:r>
          </a:p>
          <a:p>
            <a:pPr>
              <a:buNone/>
            </a:pPr>
            <a:r>
              <a:rPr lang="en-US" sz="4000" dirty="0" smtClean="0"/>
              <a:t>class loc {</a:t>
            </a:r>
          </a:p>
          <a:p>
            <a:pPr>
              <a:buNone/>
            </a:pPr>
            <a:r>
              <a:rPr lang="en-US" sz="4000" dirty="0" err="1" smtClean="0"/>
              <a:t>int</a:t>
            </a:r>
            <a:r>
              <a:rPr lang="en-US" sz="4000" dirty="0" smtClean="0"/>
              <a:t> longitude, latitude;</a:t>
            </a:r>
          </a:p>
          <a:p>
            <a:pPr>
              <a:buNone/>
            </a:pPr>
            <a:r>
              <a:rPr lang="en-US" sz="4000" dirty="0" smtClean="0"/>
              <a:t>public:</a:t>
            </a:r>
          </a:p>
          <a:p>
            <a:pPr>
              <a:buNone/>
            </a:pPr>
            <a:r>
              <a:rPr lang="en-US" sz="4000" b="1" dirty="0" smtClean="0"/>
              <a:t>//constructors</a:t>
            </a:r>
          </a:p>
          <a:p>
            <a:pPr>
              <a:buNone/>
            </a:pPr>
            <a:r>
              <a:rPr lang="en-US" sz="4000" dirty="0" smtClean="0"/>
              <a:t>loc() {</a:t>
            </a:r>
          </a:p>
          <a:p>
            <a:pPr>
              <a:buNone/>
            </a:pPr>
            <a:r>
              <a:rPr lang="en-US" sz="4000" dirty="0" smtClean="0"/>
              <a:t>}</a:t>
            </a:r>
          </a:p>
          <a:p>
            <a:pPr>
              <a:buNone/>
            </a:pPr>
            <a:r>
              <a:rPr lang="en-US" sz="4000" dirty="0" smtClean="0"/>
              <a:t>loc(</a:t>
            </a:r>
            <a:r>
              <a:rPr lang="en-US" sz="4000" dirty="0" err="1" smtClean="0"/>
              <a:t>int</a:t>
            </a:r>
            <a:r>
              <a:rPr lang="en-US" sz="4000" dirty="0" smtClean="0"/>
              <a:t> </a:t>
            </a:r>
            <a:r>
              <a:rPr lang="en-US" sz="4000" dirty="0" err="1" smtClean="0"/>
              <a:t>lg</a:t>
            </a:r>
            <a:r>
              <a:rPr lang="en-US" sz="4000" dirty="0" smtClean="0"/>
              <a:t>, </a:t>
            </a:r>
            <a:r>
              <a:rPr lang="en-US" sz="4000" dirty="0" err="1" smtClean="0"/>
              <a:t>int</a:t>
            </a:r>
            <a:r>
              <a:rPr lang="en-US" sz="4000" dirty="0" smtClean="0"/>
              <a:t> </a:t>
            </a:r>
            <a:r>
              <a:rPr lang="en-US" sz="4000" dirty="0" err="1" smtClean="0"/>
              <a:t>lt</a:t>
            </a:r>
            <a:r>
              <a:rPr lang="en-US" sz="4000" dirty="0" smtClean="0"/>
              <a:t>) {</a:t>
            </a:r>
          </a:p>
          <a:p>
            <a:pPr>
              <a:buNone/>
            </a:pPr>
            <a:r>
              <a:rPr lang="en-US" sz="4000" dirty="0" smtClean="0"/>
              <a:t>longitude = </a:t>
            </a:r>
            <a:r>
              <a:rPr lang="en-US" sz="4000" dirty="0" err="1" smtClean="0"/>
              <a:t>lg</a:t>
            </a:r>
            <a:r>
              <a:rPr lang="en-US" sz="4000" dirty="0" smtClean="0"/>
              <a:t>;</a:t>
            </a:r>
          </a:p>
          <a:p>
            <a:pPr>
              <a:buNone/>
            </a:pPr>
            <a:r>
              <a:rPr lang="en-US" sz="4000" dirty="0" smtClean="0"/>
              <a:t>latitude = </a:t>
            </a:r>
            <a:r>
              <a:rPr lang="en-US" sz="4000" dirty="0" err="1" smtClean="0"/>
              <a:t>lt</a:t>
            </a:r>
            <a:r>
              <a:rPr lang="en-US" sz="4000" dirty="0" smtClean="0"/>
              <a:t>;</a:t>
            </a:r>
          </a:p>
          <a:p>
            <a:pPr>
              <a:buNone/>
            </a:pPr>
            <a:r>
              <a:rPr lang="en-US" sz="4000" dirty="0" smtClean="0"/>
              <a:t>}</a:t>
            </a:r>
          </a:p>
          <a:p>
            <a:pPr>
              <a:buNone/>
            </a:pPr>
            <a:r>
              <a:rPr lang="en-US" sz="4000" dirty="0" smtClean="0"/>
              <a:t>void show() {</a:t>
            </a:r>
          </a:p>
          <a:p>
            <a:pPr>
              <a:buNone/>
            </a:pPr>
            <a:r>
              <a:rPr lang="en-US" sz="4000" dirty="0" err="1" smtClean="0"/>
              <a:t>cout</a:t>
            </a:r>
            <a:r>
              <a:rPr lang="en-US" sz="4000" dirty="0" smtClean="0"/>
              <a:t> &lt;&lt; longitude &lt;&lt; " ";</a:t>
            </a:r>
          </a:p>
          <a:p>
            <a:pPr>
              <a:buNone/>
            </a:pPr>
            <a:r>
              <a:rPr lang="en-US" sz="4000" dirty="0" err="1" smtClean="0"/>
              <a:t>cout</a:t>
            </a:r>
            <a:r>
              <a:rPr lang="en-US" sz="4000" dirty="0" smtClean="0"/>
              <a:t> &lt;&lt; latitude &lt;&lt; "\n";</a:t>
            </a:r>
          </a:p>
          <a:p>
            <a:pPr>
              <a:buNone/>
            </a:pPr>
            <a:r>
              <a:rPr lang="en-US" sz="4000" dirty="0" smtClean="0"/>
              <a:t>}</a:t>
            </a:r>
          </a:p>
          <a:p>
            <a:pPr>
              <a:buNone/>
            </a:pPr>
            <a:r>
              <a:rPr lang="en-US" sz="4000" dirty="0" smtClean="0"/>
              <a:t>loc operator+(loc op2);</a:t>
            </a:r>
          </a:p>
          <a:p>
            <a:pPr>
              <a:buNone/>
            </a:pPr>
            <a:r>
              <a:rPr lang="en-US" sz="4000" dirty="0" smtClean="0"/>
              <a:t>};</a:t>
            </a:r>
          </a:p>
          <a:p>
            <a:pPr>
              <a:buNone/>
            </a:pPr>
            <a:r>
              <a:rPr lang="en-US" sz="4000" b="1" dirty="0" smtClean="0"/>
              <a:t>// Overload + for loc.</a:t>
            </a:r>
          </a:p>
          <a:p>
            <a:pPr>
              <a:buNone/>
            </a:pPr>
            <a:r>
              <a:rPr lang="en-US" sz="4000" dirty="0" smtClean="0"/>
              <a:t>loc </a:t>
            </a:r>
            <a:r>
              <a:rPr lang="en-US" sz="4000" dirty="0" err="1" smtClean="0"/>
              <a:t>loc</a:t>
            </a:r>
            <a:r>
              <a:rPr lang="en-US" sz="4000" dirty="0" smtClean="0"/>
              <a:t>::operator+(loc op2)</a:t>
            </a:r>
          </a:p>
          <a:p>
            <a:pPr>
              <a:buNone/>
            </a:pPr>
            <a:r>
              <a:rPr lang="en-US" sz="4000" dirty="0" smtClean="0"/>
              <a:t>{</a:t>
            </a:r>
          </a:p>
          <a:p>
            <a:pPr>
              <a:buNone/>
            </a:pPr>
            <a:r>
              <a:rPr lang="en-US" sz="4000" dirty="0" smtClean="0"/>
              <a:t>loc temp;</a:t>
            </a:r>
          </a:p>
          <a:p>
            <a:pPr>
              <a:buNone/>
            </a:pPr>
            <a:r>
              <a:rPr lang="en-US" sz="4000" dirty="0" err="1" smtClean="0"/>
              <a:t>temp.longitude</a:t>
            </a:r>
            <a:r>
              <a:rPr lang="en-US" sz="4000" dirty="0" smtClean="0"/>
              <a:t> = op2.longitude + longitude;</a:t>
            </a:r>
          </a:p>
          <a:p>
            <a:pPr>
              <a:buNone/>
            </a:pPr>
            <a:r>
              <a:rPr lang="en-US" sz="4000" dirty="0" err="1" smtClean="0"/>
              <a:t>temp.latitude</a:t>
            </a:r>
            <a:r>
              <a:rPr lang="en-US" sz="4000" dirty="0" smtClean="0"/>
              <a:t> = op2.latitude + latitude;</a:t>
            </a:r>
          </a:p>
          <a:p>
            <a:pPr>
              <a:buNone/>
            </a:pPr>
            <a:r>
              <a:rPr lang="en-US" sz="4000" dirty="0" smtClean="0"/>
              <a:t>return temp;</a:t>
            </a:r>
          </a:p>
          <a:p>
            <a:pPr>
              <a:buNone/>
            </a:pPr>
            <a:r>
              <a:rPr lang="en-US" sz="4000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Continued…..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main()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de-DE" dirty="0" smtClean="0"/>
              <a:t>loc ob1(10, 20), ob2( 5, 30);</a:t>
            </a:r>
          </a:p>
          <a:p>
            <a:pPr>
              <a:buNone/>
            </a:pPr>
            <a:r>
              <a:rPr lang="en-US" dirty="0" smtClean="0"/>
              <a:t>ob1.show(); // displays 10 20</a:t>
            </a:r>
          </a:p>
          <a:p>
            <a:pPr>
              <a:buNone/>
            </a:pPr>
            <a:r>
              <a:rPr lang="en-US" dirty="0" smtClean="0"/>
              <a:t>ob2.show(); // displays 5 30</a:t>
            </a:r>
          </a:p>
          <a:p>
            <a:pPr>
              <a:buNone/>
            </a:pPr>
            <a:r>
              <a:rPr lang="en-US" dirty="0" smtClean="0"/>
              <a:t>ob1 = ob1 + ob2;</a:t>
            </a:r>
          </a:p>
          <a:p>
            <a:pPr>
              <a:buNone/>
            </a:pPr>
            <a:r>
              <a:rPr lang="en-US" dirty="0" smtClean="0"/>
              <a:t>ob1.show(); // displays 15 50</a:t>
            </a:r>
          </a:p>
          <a:p>
            <a:pPr>
              <a:buNone/>
            </a:pPr>
            <a:r>
              <a:rPr lang="en-US" dirty="0" smtClean="0"/>
              <a:t>return 0;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86400" y="4267200"/>
            <a:ext cx="3200400" cy="1600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Output:</a:t>
            </a:r>
          </a:p>
          <a:p>
            <a:pPr marL="514350" indent="-514350" algn="ctr">
              <a:buAutoNum type="arabicPlain" startAt="10"/>
            </a:pPr>
            <a:r>
              <a:rPr lang="nn-NO" sz="2800" b="1" dirty="0" smtClean="0">
                <a:solidFill>
                  <a:schemeClr val="tx1"/>
                </a:solidFill>
              </a:rPr>
              <a:t>20 </a:t>
            </a:r>
          </a:p>
          <a:p>
            <a:pPr marL="514350" indent="-514350" algn="ctr">
              <a:buAutoNum type="arabicPlain" startAt="5"/>
            </a:pPr>
            <a:r>
              <a:rPr lang="nn-NO" sz="2800" b="1" dirty="0" smtClean="0">
                <a:solidFill>
                  <a:schemeClr val="tx1"/>
                </a:solidFill>
              </a:rPr>
              <a:t>30  </a:t>
            </a:r>
            <a:endParaRPr lang="en-US" sz="2800" b="1" dirty="0" smtClean="0">
              <a:solidFill>
                <a:schemeClr val="tx1"/>
              </a:solidFill>
            </a:endParaRPr>
          </a:p>
          <a:p>
            <a:pPr marL="514350" indent="-514350" algn="ctr"/>
            <a:r>
              <a:rPr lang="en-US" sz="2800" b="1" dirty="0" smtClean="0">
                <a:solidFill>
                  <a:schemeClr val="tx1"/>
                </a:solidFill>
              </a:rPr>
              <a:t>15  50</a:t>
            </a:r>
            <a:endParaRPr lang="nn-NO" sz="2800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Overloading +, -(binary) and ++(unary)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pPr>
              <a:buNone/>
            </a:pPr>
            <a:r>
              <a:rPr lang="en-US" sz="1800" dirty="0" smtClean="0"/>
              <a:t>#include &lt;</a:t>
            </a:r>
            <a:r>
              <a:rPr lang="en-US" sz="1800" dirty="0" err="1" smtClean="0"/>
              <a:t>iostream</a:t>
            </a:r>
            <a:r>
              <a:rPr lang="en-US" sz="1800" dirty="0" smtClean="0"/>
              <a:t>&gt;</a:t>
            </a:r>
          </a:p>
          <a:p>
            <a:pPr>
              <a:buNone/>
            </a:pPr>
            <a:r>
              <a:rPr lang="en-US" sz="1800" dirty="0" smtClean="0"/>
              <a:t>using namespace std;</a:t>
            </a:r>
          </a:p>
          <a:p>
            <a:pPr>
              <a:buNone/>
            </a:pPr>
            <a:r>
              <a:rPr lang="en-US" sz="1800" dirty="0" smtClean="0"/>
              <a:t>class loc {</a:t>
            </a:r>
          </a:p>
          <a:p>
            <a:pPr>
              <a:buNone/>
            </a:pPr>
            <a:r>
              <a:rPr lang="en-US" sz="1800" dirty="0" err="1" smtClean="0"/>
              <a:t>int</a:t>
            </a:r>
            <a:r>
              <a:rPr lang="en-US" sz="1800" dirty="0" smtClean="0"/>
              <a:t> longitude, latitude;</a:t>
            </a:r>
          </a:p>
          <a:p>
            <a:pPr>
              <a:buNone/>
            </a:pPr>
            <a:r>
              <a:rPr lang="en-US" sz="1800" dirty="0" smtClean="0"/>
              <a:t>public:</a:t>
            </a:r>
          </a:p>
          <a:p>
            <a:pPr>
              <a:buNone/>
            </a:pPr>
            <a:r>
              <a:rPr lang="en-US" sz="1800" dirty="0" smtClean="0"/>
              <a:t>loc() {} // </a:t>
            </a:r>
            <a:r>
              <a:rPr lang="en-US" sz="1800" b="1" dirty="0" smtClean="0"/>
              <a:t>constructors</a:t>
            </a:r>
          </a:p>
          <a:p>
            <a:pPr>
              <a:buNone/>
            </a:pPr>
            <a:r>
              <a:rPr lang="en-US" sz="1800" dirty="0" smtClean="0"/>
              <a:t>loc(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lg</a:t>
            </a:r>
            <a:r>
              <a:rPr lang="en-US" sz="1800" dirty="0" smtClean="0"/>
              <a:t>,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lt</a:t>
            </a:r>
            <a:r>
              <a:rPr lang="en-US" sz="1800" dirty="0" smtClean="0"/>
              <a:t>) {</a:t>
            </a:r>
          </a:p>
          <a:p>
            <a:pPr>
              <a:buNone/>
            </a:pPr>
            <a:r>
              <a:rPr lang="en-US" sz="1800" dirty="0" smtClean="0"/>
              <a:t>longitude = </a:t>
            </a:r>
            <a:r>
              <a:rPr lang="en-US" sz="1800" dirty="0" err="1" smtClean="0"/>
              <a:t>lg</a:t>
            </a:r>
            <a:r>
              <a:rPr lang="en-US" sz="1800" dirty="0" smtClean="0"/>
              <a:t>;</a:t>
            </a:r>
          </a:p>
          <a:p>
            <a:pPr>
              <a:buNone/>
            </a:pPr>
            <a:r>
              <a:rPr lang="en-US" sz="1800" dirty="0" smtClean="0"/>
              <a:t>latitude = </a:t>
            </a:r>
            <a:r>
              <a:rPr lang="en-US" sz="1800" dirty="0" err="1" smtClean="0"/>
              <a:t>lt</a:t>
            </a:r>
            <a:r>
              <a:rPr lang="en-US" sz="1800" dirty="0" smtClean="0"/>
              <a:t>;</a:t>
            </a:r>
          </a:p>
          <a:p>
            <a:pPr>
              <a:buNone/>
            </a:pPr>
            <a:r>
              <a:rPr lang="en-US" sz="1800" dirty="0" smtClean="0"/>
              <a:t>}</a:t>
            </a:r>
          </a:p>
          <a:p>
            <a:pPr>
              <a:buNone/>
            </a:pPr>
            <a:r>
              <a:rPr lang="en-US" sz="1800" dirty="0" smtClean="0"/>
              <a:t>void show() {</a:t>
            </a:r>
          </a:p>
          <a:p>
            <a:pPr>
              <a:buNone/>
            </a:pPr>
            <a:r>
              <a:rPr lang="en-US" sz="1800" dirty="0" err="1" smtClean="0"/>
              <a:t>cout</a:t>
            </a:r>
            <a:r>
              <a:rPr lang="en-US" sz="1800" dirty="0" smtClean="0"/>
              <a:t> &lt;&lt; longitude &lt;&lt; " ";</a:t>
            </a:r>
          </a:p>
          <a:p>
            <a:pPr>
              <a:buNone/>
            </a:pPr>
            <a:r>
              <a:rPr lang="en-US" sz="1800" dirty="0" err="1" smtClean="0"/>
              <a:t>cout</a:t>
            </a:r>
            <a:r>
              <a:rPr lang="en-US" sz="1800" dirty="0" smtClean="0"/>
              <a:t> &lt;&lt; latitude &lt;&lt; "\n";</a:t>
            </a:r>
          </a:p>
          <a:p>
            <a:pPr>
              <a:buNone/>
            </a:pPr>
            <a:r>
              <a:rPr lang="en-US" sz="1800" dirty="0" smtClean="0"/>
              <a:t>}</a:t>
            </a:r>
          </a:p>
          <a:p>
            <a:pPr>
              <a:buNone/>
            </a:pPr>
            <a:r>
              <a:rPr lang="en-US" sz="1800" dirty="0" smtClean="0"/>
              <a:t>loc operator+(loc op2);</a:t>
            </a:r>
          </a:p>
          <a:p>
            <a:pPr>
              <a:buNone/>
            </a:pPr>
            <a:r>
              <a:rPr lang="en-US" sz="1800" dirty="0" smtClean="0"/>
              <a:t>loc operator-(loc op2);</a:t>
            </a:r>
          </a:p>
          <a:p>
            <a:pPr>
              <a:buNone/>
            </a:pPr>
            <a:r>
              <a:rPr lang="en-US" sz="1800" dirty="0" smtClean="0"/>
              <a:t>loc operator=(loc op2);</a:t>
            </a:r>
          </a:p>
          <a:p>
            <a:pPr>
              <a:buNone/>
            </a:pPr>
            <a:r>
              <a:rPr lang="en-US" sz="1800" dirty="0" smtClean="0"/>
              <a:t>loc operator++();</a:t>
            </a:r>
          </a:p>
          <a:p>
            <a:pPr>
              <a:buNone/>
            </a:pPr>
            <a:r>
              <a:rPr lang="en-US" sz="1800" dirty="0" smtClean="0"/>
              <a:t>};</a:t>
            </a:r>
          </a:p>
          <a:p>
            <a:pPr>
              <a:buNone/>
            </a:pPr>
            <a:r>
              <a:rPr lang="en-US" sz="1800" b="1" dirty="0" smtClean="0"/>
              <a:t>// Overload + for loc.</a:t>
            </a:r>
          </a:p>
          <a:p>
            <a:pPr>
              <a:buNone/>
            </a:pPr>
            <a:r>
              <a:rPr lang="en-US" sz="1800" dirty="0" smtClean="0"/>
              <a:t>loc </a:t>
            </a:r>
            <a:r>
              <a:rPr lang="en-US" sz="1800" dirty="0" err="1" smtClean="0"/>
              <a:t>loc</a:t>
            </a:r>
            <a:r>
              <a:rPr lang="en-US" sz="1800" dirty="0" smtClean="0"/>
              <a:t>::operator+(loc op2)</a:t>
            </a:r>
          </a:p>
          <a:p>
            <a:pPr>
              <a:buNone/>
            </a:pPr>
            <a:r>
              <a:rPr lang="en-US" sz="1800" dirty="0" smtClean="0"/>
              <a:t>{</a:t>
            </a:r>
          </a:p>
          <a:p>
            <a:pPr>
              <a:buNone/>
            </a:pPr>
            <a:r>
              <a:rPr lang="en-US" sz="1800" dirty="0" smtClean="0"/>
              <a:t>loc temp;</a:t>
            </a:r>
          </a:p>
          <a:p>
            <a:pPr>
              <a:buNone/>
            </a:pPr>
            <a:r>
              <a:rPr lang="en-US" sz="1800" dirty="0" err="1" smtClean="0"/>
              <a:t>temp.longitude</a:t>
            </a:r>
            <a:r>
              <a:rPr lang="en-US" sz="1800" dirty="0" smtClean="0"/>
              <a:t> = op2.longitude + longitude;</a:t>
            </a:r>
          </a:p>
          <a:p>
            <a:pPr>
              <a:buNone/>
            </a:pPr>
            <a:r>
              <a:rPr lang="en-US" sz="1800" dirty="0" err="1" smtClean="0"/>
              <a:t>temp.latitude</a:t>
            </a:r>
            <a:r>
              <a:rPr lang="en-US" sz="1800" dirty="0" smtClean="0"/>
              <a:t> = op2.latitude + latitude;</a:t>
            </a:r>
          </a:p>
          <a:p>
            <a:pPr>
              <a:buNone/>
            </a:pPr>
            <a:r>
              <a:rPr lang="en-US" sz="1800" dirty="0" smtClean="0"/>
              <a:t>return temp;</a:t>
            </a:r>
          </a:p>
          <a:p>
            <a:pPr>
              <a:buNone/>
            </a:pPr>
            <a:r>
              <a:rPr lang="en-US" sz="1800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40000" lnSpcReduction="20000"/>
          </a:bodyPr>
          <a:lstStyle/>
          <a:p>
            <a:pPr>
              <a:buNone/>
            </a:pPr>
            <a:r>
              <a:rPr lang="en-US" sz="3500" b="1" dirty="0" smtClean="0"/>
              <a:t>// Overload - for loc.</a:t>
            </a:r>
          </a:p>
          <a:p>
            <a:pPr>
              <a:buNone/>
            </a:pPr>
            <a:r>
              <a:rPr lang="en-US" sz="3500" dirty="0" smtClean="0"/>
              <a:t>loc </a:t>
            </a:r>
            <a:r>
              <a:rPr lang="en-US" sz="3500" dirty="0" err="1" smtClean="0"/>
              <a:t>loc</a:t>
            </a:r>
            <a:r>
              <a:rPr lang="en-US" sz="3500" dirty="0" smtClean="0"/>
              <a:t>::operator-(loc op2)</a:t>
            </a:r>
          </a:p>
          <a:p>
            <a:pPr>
              <a:buNone/>
            </a:pPr>
            <a:r>
              <a:rPr lang="en-US" sz="3500" dirty="0" smtClean="0"/>
              <a:t>{</a:t>
            </a:r>
          </a:p>
          <a:p>
            <a:pPr>
              <a:buNone/>
            </a:pPr>
            <a:r>
              <a:rPr lang="en-US" sz="3500" dirty="0" smtClean="0"/>
              <a:t>loc temp;</a:t>
            </a:r>
          </a:p>
          <a:p>
            <a:pPr>
              <a:buNone/>
            </a:pPr>
            <a:r>
              <a:rPr lang="en-US" sz="3500" b="1" dirty="0" smtClean="0"/>
              <a:t>// notice order of operands</a:t>
            </a:r>
          </a:p>
          <a:p>
            <a:pPr>
              <a:buNone/>
            </a:pPr>
            <a:r>
              <a:rPr lang="en-US" sz="3500" dirty="0" err="1" smtClean="0"/>
              <a:t>temp.longitude</a:t>
            </a:r>
            <a:r>
              <a:rPr lang="en-US" sz="3500" dirty="0" smtClean="0"/>
              <a:t> = longitude - op2.longitude;</a:t>
            </a:r>
          </a:p>
          <a:p>
            <a:pPr>
              <a:buNone/>
            </a:pPr>
            <a:r>
              <a:rPr lang="en-US" sz="3500" dirty="0" err="1" smtClean="0"/>
              <a:t>temp.latitude</a:t>
            </a:r>
            <a:r>
              <a:rPr lang="en-US" sz="3500" dirty="0" smtClean="0"/>
              <a:t> = latitude - op2.latitude;</a:t>
            </a:r>
          </a:p>
          <a:p>
            <a:pPr>
              <a:buNone/>
            </a:pPr>
            <a:r>
              <a:rPr lang="en-US" sz="3500" dirty="0" smtClean="0"/>
              <a:t>return temp;</a:t>
            </a:r>
          </a:p>
          <a:p>
            <a:pPr>
              <a:buNone/>
            </a:pPr>
            <a:r>
              <a:rPr lang="en-US" sz="3500" dirty="0" smtClean="0"/>
              <a:t>}</a:t>
            </a:r>
          </a:p>
          <a:p>
            <a:pPr>
              <a:buNone/>
            </a:pPr>
            <a:r>
              <a:rPr lang="en-US" sz="3500" b="1" dirty="0" smtClean="0"/>
              <a:t>// Overload </a:t>
            </a:r>
            <a:r>
              <a:rPr lang="en-US" sz="3500" b="1" dirty="0" err="1" smtClean="0"/>
              <a:t>asignment</a:t>
            </a:r>
            <a:r>
              <a:rPr lang="en-US" sz="3500" b="1" dirty="0" smtClean="0"/>
              <a:t> for loc.</a:t>
            </a:r>
          </a:p>
          <a:p>
            <a:pPr>
              <a:buNone/>
            </a:pPr>
            <a:r>
              <a:rPr lang="en-US" sz="3500" dirty="0" smtClean="0"/>
              <a:t>loc </a:t>
            </a:r>
            <a:r>
              <a:rPr lang="en-US" sz="3500" dirty="0" err="1" smtClean="0"/>
              <a:t>loc</a:t>
            </a:r>
            <a:r>
              <a:rPr lang="en-US" sz="3500" dirty="0" smtClean="0"/>
              <a:t>::operator=(loc op2)</a:t>
            </a:r>
          </a:p>
          <a:p>
            <a:pPr>
              <a:buNone/>
            </a:pPr>
            <a:r>
              <a:rPr lang="en-US" sz="3500" dirty="0" smtClean="0"/>
              <a:t>{</a:t>
            </a:r>
          </a:p>
          <a:p>
            <a:pPr>
              <a:buNone/>
            </a:pPr>
            <a:r>
              <a:rPr lang="en-US" sz="3500" dirty="0" smtClean="0"/>
              <a:t>longitude = op2.longitude;</a:t>
            </a:r>
          </a:p>
          <a:p>
            <a:pPr>
              <a:buNone/>
            </a:pPr>
            <a:r>
              <a:rPr lang="en-US" sz="3500" dirty="0" smtClean="0"/>
              <a:t>latitude = op2.latitude;</a:t>
            </a:r>
          </a:p>
          <a:p>
            <a:pPr>
              <a:buNone/>
            </a:pPr>
            <a:r>
              <a:rPr lang="en-US" sz="3500" dirty="0" smtClean="0"/>
              <a:t>return *this; // i.e., return object that generated call</a:t>
            </a:r>
          </a:p>
          <a:p>
            <a:pPr>
              <a:buNone/>
            </a:pPr>
            <a:r>
              <a:rPr lang="en-US" sz="3500" dirty="0" smtClean="0"/>
              <a:t>}</a:t>
            </a:r>
          </a:p>
          <a:p>
            <a:pPr>
              <a:buNone/>
            </a:pPr>
            <a:r>
              <a:rPr lang="en-US" sz="3500" dirty="0" smtClean="0"/>
              <a:t>// Overload prefix ++ for loc.</a:t>
            </a:r>
          </a:p>
          <a:p>
            <a:pPr>
              <a:buNone/>
            </a:pPr>
            <a:r>
              <a:rPr lang="en-US" sz="3500" dirty="0" smtClean="0"/>
              <a:t>loc </a:t>
            </a:r>
            <a:r>
              <a:rPr lang="en-US" sz="3500" dirty="0" err="1" smtClean="0"/>
              <a:t>loc</a:t>
            </a:r>
            <a:r>
              <a:rPr lang="en-US" sz="3500" dirty="0" smtClean="0"/>
              <a:t>::operator++()</a:t>
            </a:r>
          </a:p>
          <a:p>
            <a:pPr>
              <a:buNone/>
            </a:pPr>
            <a:r>
              <a:rPr lang="en-US" sz="3500" dirty="0" smtClean="0"/>
              <a:t>{</a:t>
            </a:r>
          </a:p>
          <a:p>
            <a:pPr>
              <a:buNone/>
            </a:pPr>
            <a:r>
              <a:rPr lang="en-US" sz="3500" dirty="0" smtClean="0"/>
              <a:t>longitude++;</a:t>
            </a:r>
          </a:p>
          <a:p>
            <a:pPr>
              <a:buNone/>
            </a:pPr>
            <a:r>
              <a:rPr lang="en-US" sz="3500" dirty="0" smtClean="0"/>
              <a:t>latitude++;</a:t>
            </a:r>
          </a:p>
          <a:p>
            <a:pPr>
              <a:buNone/>
            </a:pPr>
            <a:r>
              <a:rPr lang="en-US" sz="3500" dirty="0" smtClean="0"/>
              <a:t>return *this;</a:t>
            </a:r>
          </a:p>
          <a:p>
            <a:pPr>
              <a:buNone/>
            </a:pPr>
            <a:r>
              <a:rPr lang="en-US" sz="3500" dirty="0" smtClean="0"/>
              <a:t>}</a:t>
            </a:r>
          </a:p>
          <a:p>
            <a:pPr>
              <a:buNone/>
            </a:pPr>
            <a:r>
              <a:rPr lang="en-US" sz="3500" dirty="0" err="1" smtClean="0"/>
              <a:t>int</a:t>
            </a:r>
            <a:r>
              <a:rPr lang="en-US" sz="3500" dirty="0" smtClean="0"/>
              <a:t> main()</a:t>
            </a:r>
          </a:p>
          <a:p>
            <a:pPr>
              <a:buNone/>
            </a:pPr>
            <a:r>
              <a:rPr lang="en-US" sz="3500" dirty="0" smtClean="0"/>
              <a:t>{</a:t>
            </a:r>
          </a:p>
          <a:p>
            <a:pPr>
              <a:buNone/>
            </a:pPr>
            <a:r>
              <a:rPr lang="de-DE" sz="3500" dirty="0" smtClean="0"/>
              <a:t>loc ob1(10, 20), ob2( 5, 30), ob3(90, 90);</a:t>
            </a:r>
          </a:p>
          <a:p>
            <a:pPr>
              <a:buNone/>
            </a:pPr>
            <a:r>
              <a:rPr lang="en-US" sz="3500" dirty="0" smtClean="0"/>
              <a:t>ob1.show();</a:t>
            </a:r>
          </a:p>
          <a:p>
            <a:pPr>
              <a:buNone/>
            </a:pPr>
            <a:r>
              <a:rPr lang="en-US" sz="3500" dirty="0" smtClean="0"/>
              <a:t>ob2.show();</a:t>
            </a:r>
          </a:p>
          <a:p>
            <a:pPr>
              <a:buNone/>
            </a:pPr>
            <a:r>
              <a:rPr lang="en-US" sz="3500" dirty="0" smtClean="0"/>
              <a:t>++ob1;</a:t>
            </a:r>
          </a:p>
          <a:p>
            <a:pPr>
              <a:buNone/>
            </a:pPr>
            <a:r>
              <a:rPr lang="en-US" sz="3500" dirty="0" smtClean="0"/>
              <a:t>ob1.show(); // displays 11 21</a:t>
            </a:r>
          </a:p>
          <a:p>
            <a:pPr>
              <a:buNone/>
            </a:pPr>
            <a:r>
              <a:rPr lang="en-US" sz="3500" dirty="0" smtClean="0"/>
              <a:t>ob2 = ++ob1;</a:t>
            </a:r>
          </a:p>
          <a:p>
            <a:pPr>
              <a:buNone/>
            </a:pPr>
            <a:r>
              <a:rPr lang="en-US" sz="3500" dirty="0" smtClean="0"/>
              <a:t>ob1.show(); // displays 12 22</a:t>
            </a:r>
          </a:p>
          <a:p>
            <a:pPr>
              <a:buNone/>
            </a:pPr>
            <a:r>
              <a:rPr lang="en-US" sz="3500" dirty="0" smtClean="0"/>
              <a:t>ob2.show(); // displays 12 22</a:t>
            </a:r>
          </a:p>
          <a:p>
            <a:pPr>
              <a:buNone/>
            </a:pPr>
            <a:r>
              <a:rPr lang="de-DE" sz="3500" dirty="0" smtClean="0"/>
              <a:t>ob1 = ob2 = ob3; // multiple assignment</a:t>
            </a:r>
          </a:p>
          <a:p>
            <a:pPr>
              <a:buNone/>
            </a:pPr>
            <a:r>
              <a:rPr lang="en-US" sz="3500" dirty="0" smtClean="0"/>
              <a:t>ob1.show(); // displays 90 90</a:t>
            </a:r>
          </a:p>
          <a:p>
            <a:pPr>
              <a:buNone/>
            </a:pPr>
            <a:r>
              <a:rPr lang="en-US" sz="3500" dirty="0" smtClean="0"/>
              <a:t>ob2.show(); // displays 90 90</a:t>
            </a:r>
          </a:p>
          <a:p>
            <a:pPr>
              <a:buNone/>
            </a:pPr>
            <a:r>
              <a:rPr lang="en-US" sz="3500" dirty="0" smtClean="0"/>
              <a:t>return 0;</a:t>
            </a:r>
          </a:p>
          <a:p>
            <a:pPr>
              <a:buNone/>
            </a:pPr>
            <a:r>
              <a:rPr lang="en-US" sz="3500" dirty="0" smtClean="0"/>
              <a:t>}</a:t>
            </a:r>
            <a:endParaRPr lang="en-US" sz="3500" b="1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467600" y="4495800"/>
            <a:ext cx="1371600" cy="2209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Output:</a:t>
            </a:r>
          </a:p>
          <a:p>
            <a:pPr marL="514350" indent="-514350" algn="ctr">
              <a:buAutoNum type="arabicPlain" startAt="10"/>
            </a:pPr>
            <a:r>
              <a:rPr lang="nn-NO" sz="1400" b="1" dirty="0" smtClean="0">
                <a:solidFill>
                  <a:schemeClr val="tx1"/>
                </a:solidFill>
              </a:rPr>
              <a:t>20 </a:t>
            </a:r>
          </a:p>
          <a:p>
            <a:pPr marL="514350" indent="-514350" algn="ctr">
              <a:buAutoNum type="arabicPlain" startAt="5"/>
            </a:pPr>
            <a:r>
              <a:rPr lang="nn-NO" sz="1400" b="1" dirty="0" smtClean="0">
                <a:solidFill>
                  <a:schemeClr val="tx1"/>
                </a:solidFill>
              </a:rPr>
              <a:t>30  </a:t>
            </a:r>
            <a:endParaRPr lang="en-US" sz="1400" b="1" dirty="0" smtClean="0">
              <a:solidFill>
                <a:schemeClr val="tx1"/>
              </a:solidFill>
            </a:endParaRPr>
          </a:p>
          <a:p>
            <a:pPr marL="514350" indent="-514350" algn="ctr">
              <a:buAutoNum type="arabicPlain" startAt="11"/>
            </a:pPr>
            <a:r>
              <a:rPr lang="en-US" sz="1400" b="1" dirty="0" smtClean="0">
                <a:solidFill>
                  <a:schemeClr val="tx1"/>
                </a:solidFill>
              </a:rPr>
              <a:t>21</a:t>
            </a:r>
          </a:p>
          <a:p>
            <a:pPr marL="514350" indent="-514350" algn="ctr">
              <a:buAutoNum type="arabicPlain" startAt="11"/>
            </a:pPr>
            <a:r>
              <a:rPr lang="en-US" sz="1400" b="1" dirty="0" smtClean="0">
                <a:solidFill>
                  <a:schemeClr val="tx1"/>
                </a:solidFill>
              </a:rPr>
              <a:t>22</a:t>
            </a:r>
          </a:p>
          <a:p>
            <a:pPr marL="514350" indent="-514350" algn="ctr"/>
            <a:r>
              <a:rPr lang="en-US" sz="1400" b="1" dirty="0" smtClean="0">
                <a:solidFill>
                  <a:schemeClr val="tx1"/>
                </a:solidFill>
              </a:rPr>
              <a:t>12         22</a:t>
            </a:r>
          </a:p>
          <a:p>
            <a:pPr marL="514350" indent="-514350" algn="ctr"/>
            <a:r>
              <a:rPr lang="en-US" sz="1400" b="1" dirty="0" smtClean="0">
                <a:solidFill>
                  <a:schemeClr val="tx1"/>
                </a:solidFill>
              </a:rPr>
              <a:t>90         90</a:t>
            </a:r>
            <a:endParaRPr lang="nn-NO" sz="1400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Overloading using Friend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 smtClean="0"/>
              <a:t>There are certain situations where we would like to use a friend function rather than a member function.</a:t>
            </a:r>
          </a:p>
          <a:p>
            <a:pPr algn="just"/>
            <a:r>
              <a:rPr lang="en-US" dirty="0" smtClean="0"/>
              <a:t>For example if we want to use two different types of a binary operator, say, one an object and another a built in type as shown below:</a:t>
            </a:r>
          </a:p>
          <a:p>
            <a:pPr algn="just">
              <a:buNone/>
            </a:pPr>
            <a:r>
              <a:rPr lang="en-US" dirty="0" smtClean="0"/>
              <a:t>    </a:t>
            </a:r>
            <a:r>
              <a:rPr lang="en-US" b="1" dirty="0" smtClean="0"/>
              <a:t>A=B+2</a:t>
            </a:r>
            <a:r>
              <a:rPr lang="en-US" dirty="0" smtClean="0"/>
              <a:t> , where A and B are objects of same class. This will work for a member function, but the statement </a:t>
            </a:r>
            <a:r>
              <a:rPr lang="en-US" b="1" dirty="0" smtClean="0"/>
              <a:t>A=2+B</a:t>
            </a:r>
            <a:r>
              <a:rPr lang="en-US" dirty="0" smtClean="0"/>
              <a:t>; will not work.</a:t>
            </a:r>
          </a:p>
          <a:p>
            <a:pPr algn="just"/>
            <a:r>
              <a:rPr lang="en-US" dirty="0" smtClean="0"/>
              <a:t>This is because the left-handed operand which is responsible for invoking the membership function should be an object of the same class.</a:t>
            </a:r>
          </a:p>
          <a:p>
            <a:pPr algn="just"/>
            <a:r>
              <a:rPr lang="en-US" dirty="0" smtClean="0"/>
              <a:t>Friend function allows both approaches as it is invoked without  the use of objects.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pPr>
              <a:buNone/>
            </a:pPr>
            <a:r>
              <a:rPr lang="en-US" sz="1800" dirty="0" smtClean="0"/>
              <a:t>#include &lt;</a:t>
            </a:r>
            <a:r>
              <a:rPr lang="en-US" sz="1800" dirty="0" err="1" smtClean="0"/>
              <a:t>iostream</a:t>
            </a:r>
            <a:r>
              <a:rPr lang="en-US" sz="1800" dirty="0" smtClean="0"/>
              <a:t>&gt;</a:t>
            </a:r>
          </a:p>
          <a:p>
            <a:pPr>
              <a:buNone/>
            </a:pPr>
            <a:r>
              <a:rPr lang="en-US" sz="1800" dirty="0" smtClean="0"/>
              <a:t>using namespace std;</a:t>
            </a:r>
          </a:p>
          <a:p>
            <a:pPr>
              <a:buNone/>
            </a:pPr>
            <a:r>
              <a:rPr lang="en-US" sz="1800" dirty="0" smtClean="0"/>
              <a:t>class loc {</a:t>
            </a:r>
          </a:p>
          <a:p>
            <a:pPr>
              <a:buNone/>
            </a:pPr>
            <a:r>
              <a:rPr lang="en-US" sz="1800" dirty="0" err="1" smtClean="0"/>
              <a:t>int</a:t>
            </a:r>
            <a:r>
              <a:rPr lang="en-US" sz="1800" dirty="0" smtClean="0"/>
              <a:t> longitude, latitude;</a:t>
            </a:r>
          </a:p>
          <a:p>
            <a:pPr>
              <a:buNone/>
            </a:pPr>
            <a:r>
              <a:rPr lang="en-US" sz="1800" dirty="0" smtClean="0"/>
              <a:t>public:</a:t>
            </a:r>
          </a:p>
          <a:p>
            <a:pPr>
              <a:buNone/>
            </a:pPr>
            <a:r>
              <a:rPr lang="en-US" sz="1800" dirty="0" smtClean="0"/>
              <a:t>loc() {} </a:t>
            </a:r>
            <a:r>
              <a:rPr lang="en-US" sz="1800" b="1" dirty="0" smtClean="0"/>
              <a:t>// constructors</a:t>
            </a:r>
          </a:p>
          <a:p>
            <a:pPr>
              <a:buNone/>
            </a:pPr>
            <a:r>
              <a:rPr lang="en-US" sz="1800" dirty="0" smtClean="0"/>
              <a:t>loc(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lg</a:t>
            </a:r>
            <a:r>
              <a:rPr lang="en-US" sz="1800" dirty="0" smtClean="0"/>
              <a:t>, 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lt</a:t>
            </a:r>
            <a:r>
              <a:rPr lang="en-US" sz="1800" dirty="0" smtClean="0"/>
              <a:t>) {</a:t>
            </a:r>
          </a:p>
          <a:p>
            <a:pPr>
              <a:buNone/>
            </a:pPr>
            <a:r>
              <a:rPr lang="en-US" sz="1800" dirty="0" smtClean="0"/>
              <a:t>longitude = </a:t>
            </a:r>
            <a:r>
              <a:rPr lang="en-US" sz="1800" dirty="0" err="1" smtClean="0"/>
              <a:t>lg</a:t>
            </a:r>
            <a:r>
              <a:rPr lang="en-US" sz="1800" dirty="0" smtClean="0"/>
              <a:t>;</a:t>
            </a:r>
          </a:p>
          <a:p>
            <a:pPr>
              <a:buNone/>
            </a:pPr>
            <a:r>
              <a:rPr lang="en-US" sz="1800" dirty="0" smtClean="0"/>
              <a:t>latitude = </a:t>
            </a:r>
            <a:r>
              <a:rPr lang="en-US" sz="1800" dirty="0" err="1" smtClean="0"/>
              <a:t>lt</a:t>
            </a:r>
            <a:r>
              <a:rPr lang="en-US" sz="1800" dirty="0" smtClean="0"/>
              <a:t>;</a:t>
            </a:r>
          </a:p>
          <a:p>
            <a:pPr>
              <a:buNone/>
            </a:pPr>
            <a:r>
              <a:rPr lang="en-US" sz="1800" dirty="0" smtClean="0"/>
              <a:t>}</a:t>
            </a:r>
          </a:p>
          <a:p>
            <a:pPr>
              <a:buNone/>
            </a:pPr>
            <a:r>
              <a:rPr lang="en-US" sz="1800" dirty="0" smtClean="0"/>
              <a:t>void show() {</a:t>
            </a:r>
          </a:p>
          <a:p>
            <a:pPr>
              <a:buNone/>
            </a:pPr>
            <a:r>
              <a:rPr lang="en-US" sz="1800" dirty="0" err="1" smtClean="0"/>
              <a:t>cout</a:t>
            </a:r>
            <a:r>
              <a:rPr lang="en-US" sz="1800" dirty="0" smtClean="0"/>
              <a:t> &lt;&lt; longitude &lt;&lt; " ";</a:t>
            </a:r>
          </a:p>
          <a:p>
            <a:pPr>
              <a:buNone/>
            </a:pPr>
            <a:r>
              <a:rPr lang="en-US" sz="1800" dirty="0" err="1" smtClean="0"/>
              <a:t>cout</a:t>
            </a:r>
            <a:r>
              <a:rPr lang="en-US" sz="1800" dirty="0" smtClean="0"/>
              <a:t> &lt;&lt; latitude &lt;&lt; "\n";</a:t>
            </a:r>
          </a:p>
          <a:p>
            <a:pPr>
              <a:buNone/>
            </a:pPr>
            <a:r>
              <a:rPr lang="en-US" sz="1800" dirty="0" smtClean="0"/>
              <a:t>}</a:t>
            </a:r>
          </a:p>
          <a:p>
            <a:pPr>
              <a:buNone/>
            </a:pPr>
            <a:endParaRPr lang="en-US" sz="1800" b="1" dirty="0" smtClean="0"/>
          </a:p>
          <a:p>
            <a:pPr>
              <a:buNone/>
            </a:pPr>
            <a:endParaRPr lang="en-US" sz="1800" b="1" dirty="0" smtClean="0"/>
          </a:p>
          <a:p>
            <a:pPr>
              <a:buNone/>
            </a:pPr>
            <a:r>
              <a:rPr lang="en-US" sz="1800" b="1" dirty="0" smtClean="0"/>
              <a:t>friend</a:t>
            </a:r>
            <a:r>
              <a:rPr lang="en-US" sz="1800" dirty="0" smtClean="0"/>
              <a:t> loc operator+(loc op1, loc op2);</a:t>
            </a:r>
          </a:p>
          <a:p>
            <a:pPr>
              <a:buNone/>
            </a:pPr>
            <a:r>
              <a:rPr lang="en-US" sz="1800" dirty="0" smtClean="0"/>
              <a:t> </a:t>
            </a:r>
            <a:r>
              <a:rPr lang="en-US" sz="1800" b="1" dirty="0" smtClean="0"/>
              <a:t>// now a friend</a:t>
            </a:r>
          </a:p>
          <a:p>
            <a:pPr>
              <a:buNone/>
            </a:pPr>
            <a:r>
              <a:rPr lang="en-US" sz="1800" dirty="0" smtClean="0"/>
              <a:t>};</a:t>
            </a:r>
          </a:p>
          <a:p>
            <a:pPr>
              <a:buNone/>
            </a:pPr>
            <a:r>
              <a:rPr lang="en-US" sz="1800" dirty="0" smtClean="0"/>
              <a:t>//</a:t>
            </a:r>
            <a:r>
              <a:rPr lang="en-US" sz="1800" b="1" dirty="0" smtClean="0"/>
              <a:t> Now, + is overloaded using friend function.</a:t>
            </a:r>
          </a:p>
          <a:p>
            <a:pPr>
              <a:buNone/>
            </a:pPr>
            <a:r>
              <a:rPr lang="nl-NL" sz="1800" dirty="0" smtClean="0"/>
              <a:t>loc operator+(loc op1, loc op2)</a:t>
            </a:r>
          </a:p>
          <a:p>
            <a:pPr>
              <a:buNone/>
            </a:pPr>
            <a:r>
              <a:rPr lang="en-US" sz="1800" dirty="0" smtClean="0"/>
              <a:t>{</a:t>
            </a:r>
          </a:p>
          <a:p>
            <a:pPr>
              <a:buNone/>
            </a:pPr>
            <a:r>
              <a:rPr lang="en-US" sz="1800" dirty="0" smtClean="0"/>
              <a:t>loc temp;</a:t>
            </a:r>
          </a:p>
          <a:p>
            <a:pPr>
              <a:buNone/>
            </a:pPr>
            <a:r>
              <a:rPr lang="en-US" sz="1800" dirty="0" err="1" smtClean="0"/>
              <a:t>temp.longitude</a:t>
            </a:r>
            <a:r>
              <a:rPr lang="en-US" sz="1800" dirty="0" smtClean="0"/>
              <a:t> = op1.longitude + op2.longitude;</a:t>
            </a:r>
          </a:p>
          <a:p>
            <a:pPr>
              <a:buNone/>
            </a:pPr>
            <a:r>
              <a:rPr lang="en-US" sz="1800" dirty="0" err="1" smtClean="0"/>
              <a:t>temp.latitude</a:t>
            </a:r>
            <a:r>
              <a:rPr lang="en-US" sz="1800" dirty="0" smtClean="0"/>
              <a:t> = op1.latitude + op2.latitude;</a:t>
            </a:r>
          </a:p>
          <a:p>
            <a:pPr>
              <a:buNone/>
            </a:pPr>
            <a:r>
              <a:rPr lang="en-US" sz="1800" dirty="0" smtClean="0"/>
              <a:t>return temp;</a:t>
            </a:r>
          </a:p>
          <a:p>
            <a:pPr>
              <a:buNone/>
            </a:pPr>
            <a:r>
              <a:rPr lang="en-US" sz="1800" dirty="0" smtClean="0"/>
              <a:t>}</a:t>
            </a:r>
          </a:p>
          <a:p>
            <a:pPr>
              <a:buNone/>
            </a:pP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>
              <a:buNone/>
            </a:pPr>
            <a:r>
              <a:rPr lang="en-US" sz="2800" dirty="0" err="1" smtClean="0"/>
              <a:t>int</a:t>
            </a:r>
            <a:r>
              <a:rPr lang="en-US" sz="2800" dirty="0" smtClean="0"/>
              <a:t> main()</a:t>
            </a:r>
          </a:p>
          <a:p>
            <a:pPr>
              <a:buNone/>
            </a:pPr>
            <a:r>
              <a:rPr lang="en-US" sz="2800" dirty="0" smtClean="0"/>
              <a:t>{</a:t>
            </a:r>
          </a:p>
          <a:p>
            <a:pPr>
              <a:buNone/>
            </a:pPr>
            <a:r>
              <a:rPr lang="de-DE" sz="2800" dirty="0" smtClean="0"/>
              <a:t>loc ob1(10, 20), ob2( 5, 30);</a:t>
            </a:r>
          </a:p>
          <a:p>
            <a:pPr>
              <a:buNone/>
            </a:pPr>
            <a:r>
              <a:rPr lang="en-US" sz="2800" dirty="0" smtClean="0"/>
              <a:t>ob1 = ob1 + ob2;</a:t>
            </a:r>
          </a:p>
          <a:p>
            <a:pPr>
              <a:buNone/>
            </a:pPr>
            <a:r>
              <a:rPr lang="en-US" sz="2800" dirty="0" smtClean="0"/>
              <a:t>ob1.show();</a:t>
            </a:r>
          </a:p>
          <a:p>
            <a:pPr>
              <a:buNone/>
            </a:pPr>
            <a:r>
              <a:rPr lang="en-US" sz="2800" dirty="0" smtClean="0"/>
              <a:t>return 0;</a:t>
            </a:r>
          </a:p>
          <a:p>
            <a:pPr>
              <a:buNone/>
            </a:pPr>
            <a:r>
              <a:rPr lang="en-US" sz="2800" dirty="0" smtClean="0"/>
              <a:t>}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86400" y="4267200"/>
            <a:ext cx="3200400" cy="1600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Output:</a:t>
            </a:r>
            <a:r>
              <a:rPr lang="nn-NO" sz="2800" b="1" dirty="0" smtClean="0">
                <a:solidFill>
                  <a:schemeClr val="tx1"/>
                </a:solidFill>
              </a:rPr>
              <a:t>   </a:t>
            </a:r>
            <a:endParaRPr lang="en-US" sz="2800" b="1" dirty="0" smtClean="0">
              <a:solidFill>
                <a:schemeClr val="tx1"/>
              </a:solidFill>
            </a:endParaRPr>
          </a:p>
          <a:p>
            <a:pPr marL="514350" indent="-514350" algn="ctr"/>
            <a:r>
              <a:rPr lang="en-US" sz="2800" b="1" dirty="0" smtClean="0">
                <a:solidFill>
                  <a:schemeClr val="tx1"/>
                </a:solidFill>
              </a:rPr>
              <a:t>15  50</a:t>
            </a:r>
            <a:endParaRPr lang="nn-NO" sz="2800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Restrictions on application of friend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=, ( ), [ ], or –&gt; </a:t>
            </a:r>
            <a:r>
              <a:rPr lang="en-US" dirty="0" smtClean="0"/>
              <a:t>operators can not be overloaded using a friend function. </a:t>
            </a:r>
          </a:p>
          <a:p>
            <a:r>
              <a:rPr lang="en-US" dirty="0" smtClean="0"/>
              <a:t>When overloading the increment or decrement operators, you will need to use a reference parameter when using a friend function.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Overloading new and delete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10000"/>
          </a:bodyPr>
          <a:lstStyle/>
          <a:p>
            <a:pPr>
              <a:buNone/>
            </a:pPr>
            <a:r>
              <a:rPr lang="en-US" b="1" dirty="0" smtClean="0"/>
              <a:t>// Allocate an object.</a:t>
            </a:r>
          </a:p>
          <a:p>
            <a:pPr>
              <a:buNone/>
            </a:pPr>
            <a:r>
              <a:rPr lang="en-US" dirty="0" smtClean="0"/>
              <a:t>void *operator new(</a:t>
            </a:r>
            <a:r>
              <a:rPr lang="en-US" dirty="0" err="1" smtClean="0"/>
              <a:t>size_t</a:t>
            </a:r>
            <a:r>
              <a:rPr lang="en-US" dirty="0" smtClean="0"/>
              <a:t> size)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smtClean="0"/>
              <a:t>/* Perform allocation.</a:t>
            </a:r>
          </a:p>
          <a:p>
            <a:pPr>
              <a:buNone/>
            </a:pPr>
            <a:r>
              <a:rPr lang="en-US" dirty="0" smtClean="0"/>
              <a:t> Throw </a:t>
            </a:r>
            <a:r>
              <a:rPr lang="en-US" dirty="0" err="1" smtClean="0"/>
              <a:t>bad_alloc</a:t>
            </a:r>
            <a:r>
              <a:rPr lang="en-US" dirty="0" smtClean="0"/>
              <a:t> on failure.</a:t>
            </a:r>
          </a:p>
          <a:p>
            <a:pPr>
              <a:buNone/>
            </a:pPr>
            <a:r>
              <a:rPr lang="en-US" dirty="0" smtClean="0"/>
              <a:t>Constructor called automatically. */</a:t>
            </a:r>
          </a:p>
          <a:p>
            <a:pPr>
              <a:buNone/>
            </a:pPr>
            <a:r>
              <a:rPr lang="en-US" dirty="0" smtClean="0"/>
              <a:t>return </a:t>
            </a:r>
            <a:r>
              <a:rPr lang="en-US" dirty="0" err="1" smtClean="0"/>
              <a:t>pointer_to_memory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r>
              <a:rPr lang="en-US" b="1" dirty="0" smtClean="0"/>
              <a:t>// Delete an object.</a:t>
            </a:r>
          </a:p>
          <a:p>
            <a:pPr>
              <a:buNone/>
            </a:pPr>
            <a:r>
              <a:rPr lang="en-US" dirty="0" smtClean="0"/>
              <a:t>void operator delete(void *p)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smtClean="0"/>
              <a:t>/* Free memory pointed to by p.</a:t>
            </a:r>
          </a:p>
          <a:p>
            <a:pPr>
              <a:buNone/>
            </a:pPr>
            <a:r>
              <a:rPr lang="en-US" dirty="0" smtClean="0"/>
              <a:t>Destructor called automatically. */</a:t>
            </a:r>
          </a:p>
          <a:p>
            <a:pPr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 numCol="2">
            <a:normAutofit/>
          </a:bodyPr>
          <a:lstStyle/>
          <a:p>
            <a:pPr>
              <a:buNone/>
            </a:pPr>
            <a:r>
              <a:rPr lang="en-US" sz="1200" dirty="0" smtClean="0"/>
              <a:t>#include &lt;</a:t>
            </a:r>
            <a:r>
              <a:rPr lang="en-US" sz="1200" dirty="0" err="1" smtClean="0"/>
              <a:t>iostream</a:t>
            </a:r>
            <a:r>
              <a:rPr lang="en-US" sz="1200" dirty="0" smtClean="0"/>
              <a:t>&gt;</a:t>
            </a:r>
          </a:p>
          <a:p>
            <a:pPr>
              <a:buNone/>
            </a:pPr>
            <a:r>
              <a:rPr lang="en-US" sz="1200" dirty="0" smtClean="0"/>
              <a:t>#include &lt;</a:t>
            </a:r>
            <a:r>
              <a:rPr lang="en-US" sz="1200" dirty="0" err="1" smtClean="0"/>
              <a:t>cstdlib</a:t>
            </a:r>
            <a:r>
              <a:rPr lang="en-US" sz="1200" dirty="0" smtClean="0"/>
              <a:t>&gt;</a:t>
            </a:r>
          </a:p>
          <a:p>
            <a:pPr>
              <a:buNone/>
            </a:pPr>
            <a:r>
              <a:rPr lang="en-US" sz="1200" dirty="0" smtClean="0"/>
              <a:t>#include &lt;new&gt;</a:t>
            </a:r>
          </a:p>
          <a:p>
            <a:pPr>
              <a:buNone/>
            </a:pPr>
            <a:r>
              <a:rPr lang="en-US" sz="1200" dirty="0" smtClean="0"/>
              <a:t>using namespace std;</a:t>
            </a:r>
            <a:endParaRPr lang="en-US" sz="1400" dirty="0" smtClean="0"/>
          </a:p>
          <a:p>
            <a:pPr>
              <a:buNone/>
            </a:pPr>
            <a:r>
              <a:rPr lang="en-US" sz="1400" dirty="0" smtClean="0"/>
              <a:t>class loc {</a:t>
            </a:r>
          </a:p>
          <a:p>
            <a:pPr>
              <a:buNone/>
            </a:pPr>
            <a:r>
              <a:rPr lang="en-US" sz="1400" dirty="0" err="1" smtClean="0"/>
              <a:t>int</a:t>
            </a:r>
            <a:r>
              <a:rPr lang="en-US" sz="1400" dirty="0" smtClean="0"/>
              <a:t> longitude, latitude;</a:t>
            </a:r>
          </a:p>
          <a:p>
            <a:pPr>
              <a:buNone/>
            </a:pPr>
            <a:r>
              <a:rPr lang="en-US" sz="1400" dirty="0" smtClean="0"/>
              <a:t>public:</a:t>
            </a:r>
          </a:p>
          <a:p>
            <a:pPr>
              <a:buNone/>
            </a:pPr>
            <a:r>
              <a:rPr lang="en-US" sz="1400" dirty="0" smtClean="0"/>
              <a:t>loc() {}</a:t>
            </a:r>
          </a:p>
          <a:p>
            <a:pPr>
              <a:buNone/>
            </a:pPr>
            <a:r>
              <a:rPr lang="en-US" sz="1400" dirty="0" smtClean="0"/>
              <a:t>loc(</a:t>
            </a:r>
            <a:r>
              <a:rPr lang="en-US" sz="1400" dirty="0" err="1" smtClean="0"/>
              <a:t>int</a:t>
            </a:r>
            <a:r>
              <a:rPr lang="en-US" sz="1400" dirty="0" smtClean="0"/>
              <a:t> </a:t>
            </a:r>
            <a:r>
              <a:rPr lang="en-US" sz="1400" dirty="0" err="1" smtClean="0"/>
              <a:t>lg</a:t>
            </a:r>
            <a:r>
              <a:rPr lang="en-US" sz="1400" dirty="0" smtClean="0"/>
              <a:t>, </a:t>
            </a:r>
            <a:r>
              <a:rPr lang="en-US" sz="1400" dirty="0" err="1" smtClean="0"/>
              <a:t>int</a:t>
            </a:r>
            <a:r>
              <a:rPr lang="en-US" sz="1400" dirty="0" smtClean="0"/>
              <a:t> </a:t>
            </a:r>
            <a:r>
              <a:rPr lang="en-US" sz="1400" dirty="0" err="1" smtClean="0"/>
              <a:t>lt</a:t>
            </a:r>
            <a:r>
              <a:rPr lang="en-US" sz="1400" dirty="0" smtClean="0"/>
              <a:t>) {</a:t>
            </a:r>
          </a:p>
          <a:p>
            <a:pPr>
              <a:buNone/>
            </a:pPr>
            <a:r>
              <a:rPr lang="en-US" sz="1400" dirty="0" smtClean="0"/>
              <a:t>longitude = </a:t>
            </a:r>
            <a:r>
              <a:rPr lang="en-US" sz="1400" dirty="0" err="1" smtClean="0"/>
              <a:t>lg</a:t>
            </a:r>
            <a:r>
              <a:rPr lang="en-US" sz="1400" dirty="0" smtClean="0"/>
              <a:t>;</a:t>
            </a:r>
          </a:p>
          <a:p>
            <a:pPr>
              <a:buNone/>
            </a:pPr>
            <a:r>
              <a:rPr lang="en-US" sz="1400" dirty="0" smtClean="0"/>
              <a:t>latitude = </a:t>
            </a:r>
            <a:r>
              <a:rPr lang="en-US" sz="1400" dirty="0" err="1" smtClean="0"/>
              <a:t>lt</a:t>
            </a:r>
            <a:r>
              <a:rPr lang="en-US" sz="1400" dirty="0" smtClean="0"/>
              <a:t>;</a:t>
            </a:r>
          </a:p>
          <a:p>
            <a:pPr>
              <a:buNone/>
            </a:pPr>
            <a:r>
              <a:rPr lang="en-US" sz="1400" dirty="0" smtClean="0"/>
              <a:t>}</a:t>
            </a:r>
          </a:p>
          <a:p>
            <a:pPr>
              <a:buNone/>
            </a:pPr>
            <a:r>
              <a:rPr lang="en-US" sz="1400" dirty="0" smtClean="0"/>
              <a:t>void show() {</a:t>
            </a:r>
          </a:p>
          <a:p>
            <a:pPr>
              <a:buNone/>
            </a:pPr>
            <a:r>
              <a:rPr lang="en-US" sz="1400" dirty="0" err="1" smtClean="0"/>
              <a:t>cout</a:t>
            </a:r>
            <a:r>
              <a:rPr lang="en-US" sz="1400" dirty="0" smtClean="0"/>
              <a:t> &lt;&lt; longitude &lt;&lt; " ";</a:t>
            </a:r>
          </a:p>
          <a:p>
            <a:pPr>
              <a:buNone/>
            </a:pPr>
            <a:r>
              <a:rPr lang="en-US" sz="1400" dirty="0" err="1" smtClean="0"/>
              <a:t>cout</a:t>
            </a:r>
            <a:r>
              <a:rPr lang="en-US" sz="1400" dirty="0" smtClean="0"/>
              <a:t> &lt;&lt; latitude &lt;&lt; "\n";</a:t>
            </a:r>
          </a:p>
          <a:p>
            <a:pPr>
              <a:buNone/>
            </a:pPr>
            <a:r>
              <a:rPr lang="en-US" sz="1400" dirty="0" smtClean="0"/>
              <a:t>}</a:t>
            </a:r>
          </a:p>
          <a:p>
            <a:pPr>
              <a:buNone/>
            </a:pPr>
            <a:r>
              <a:rPr lang="en-US" sz="1400" dirty="0" smtClean="0"/>
              <a:t>void *operator new(</a:t>
            </a:r>
            <a:r>
              <a:rPr lang="en-US" sz="1400" dirty="0" err="1" smtClean="0"/>
              <a:t>size_t</a:t>
            </a:r>
            <a:r>
              <a:rPr lang="en-US" sz="1400" dirty="0" smtClean="0"/>
              <a:t> size);</a:t>
            </a:r>
          </a:p>
          <a:p>
            <a:pPr>
              <a:buNone/>
            </a:pPr>
            <a:r>
              <a:rPr lang="en-US" sz="1400" dirty="0" smtClean="0"/>
              <a:t>void operator delete(void *p);</a:t>
            </a:r>
          </a:p>
          <a:p>
            <a:pPr>
              <a:buNone/>
            </a:pPr>
            <a:r>
              <a:rPr lang="en-US" sz="1400" dirty="0" smtClean="0"/>
              <a:t>};</a:t>
            </a:r>
          </a:p>
          <a:p>
            <a:pPr>
              <a:buNone/>
            </a:pPr>
            <a:r>
              <a:rPr lang="en-US" sz="1400" b="1" dirty="0" smtClean="0"/>
              <a:t>// new overloaded relative to loc.</a:t>
            </a:r>
          </a:p>
          <a:p>
            <a:pPr>
              <a:buNone/>
            </a:pPr>
            <a:r>
              <a:rPr lang="en-US" sz="1400" dirty="0" smtClean="0"/>
              <a:t>void *loc::operator new(</a:t>
            </a:r>
            <a:r>
              <a:rPr lang="en-US" sz="1400" dirty="0" err="1" smtClean="0"/>
              <a:t>size_t</a:t>
            </a:r>
            <a:r>
              <a:rPr lang="en-US" sz="1400" dirty="0" smtClean="0"/>
              <a:t> size)</a:t>
            </a:r>
          </a:p>
          <a:p>
            <a:pPr>
              <a:buNone/>
            </a:pPr>
            <a:r>
              <a:rPr lang="en-US" sz="1400" dirty="0" smtClean="0"/>
              <a:t>{</a:t>
            </a:r>
          </a:p>
          <a:p>
            <a:pPr>
              <a:buNone/>
            </a:pPr>
            <a:r>
              <a:rPr lang="en-US" sz="1400" dirty="0" smtClean="0"/>
              <a:t>void *p;</a:t>
            </a:r>
          </a:p>
          <a:p>
            <a:pPr>
              <a:buNone/>
            </a:pPr>
            <a:r>
              <a:rPr lang="en-US" sz="1400" dirty="0" err="1" smtClean="0"/>
              <a:t>cout</a:t>
            </a:r>
            <a:r>
              <a:rPr lang="en-US" sz="1400" dirty="0" smtClean="0"/>
              <a:t> &lt;&lt; "In overloaded new.\n";</a:t>
            </a:r>
          </a:p>
          <a:p>
            <a:pPr>
              <a:buNone/>
            </a:pPr>
            <a:r>
              <a:rPr lang="en-US" sz="1400" dirty="0" smtClean="0"/>
              <a:t>p = </a:t>
            </a:r>
            <a:r>
              <a:rPr lang="en-US" sz="1400" dirty="0" err="1" smtClean="0"/>
              <a:t>malloc</a:t>
            </a:r>
            <a:r>
              <a:rPr lang="en-US" sz="1400" dirty="0" smtClean="0"/>
              <a:t>(size);</a:t>
            </a:r>
          </a:p>
          <a:p>
            <a:pPr>
              <a:buNone/>
            </a:pPr>
            <a:endParaRPr lang="en-US" sz="1400" dirty="0" smtClean="0"/>
          </a:p>
          <a:p>
            <a:pPr>
              <a:buNone/>
            </a:pPr>
            <a:r>
              <a:rPr lang="en-US" sz="1400" dirty="0" smtClean="0"/>
              <a:t>return p;</a:t>
            </a:r>
          </a:p>
          <a:p>
            <a:pPr>
              <a:buNone/>
            </a:pPr>
            <a:r>
              <a:rPr lang="en-US" sz="1400" dirty="0" smtClean="0"/>
              <a:t>}</a:t>
            </a:r>
          </a:p>
          <a:p>
            <a:pPr>
              <a:buNone/>
            </a:pPr>
            <a:r>
              <a:rPr lang="en-US" sz="1400" b="1" dirty="0" smtClean="0"/>
              <a:t>// delete overloaded relative to loc.</a:t>
            </a:r>
          </a:p>
          <a:p>
            <a:pPr>
              <a:buNone/>
            </a:pPr>
            <a:r>
              <a:rPr lang="nb-NO" sz="1400" dirty="0" smtClean="0"/>
              <a:t>void loc::operator delete(void *p)</a:t>
            </a:r>
          </a:p>
          <a:p>
            <a:pPr>
              <a:buNone/>
            </a:pPr>
            <a:r>
              <a:rPr lang="en-US" sz="1400" dirty="0" smtClean="0"/>
              <a:t>{</a:t>
            </a:r>
          </a:p>
          <a:p>
            <a:pPr>
              <a:buNone/>
            </a:pPr>
            <a:r>
              <a:rPr lang="en-US" sz="1400" dirty="0" err="1" smtClean="0"/>
              <a:t>cout</a:t>
            </a:r>
            <a:r>
              <a:rPr lang="en-US" sz="1400" dirty="0" smtClean="0"/>
              <a:t> &lt;&lt; "In overloaded delete.\n";</a:t>
            </a:r>
          </a:p>
          <a:p>
            <a:pPr>
              <a:buNone/>
            </a:pPr>
            <a:r>
              <a:rPr lang="en-US" sz="1400" dirty="0" smtClean="0"/>
              <a:t>free(p);</a:t>
            </a:r>
          </a:p>
          <a:p>
            <a:pPr>
              <a:buNone/>
            </a:pPr>
            <a:r>
              <a:rPr lang="en-US" sz="1400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8229600" cy="5668963"/>
          </a:xfrm>
        </p:spPr>
        <p:txBody>
          <a:bodyPr numCol="1">
            <a:normAutofit fontScale="40000" lnSpcReduction="20000"/>
          </a:bodyPr>
          <a:lstStyle/>
          <a:p>
            <a:pPr>
              <a:buNone/>
            </a:pPr>
            <a:r>
              <a:rPr lang="en-US" sz="6400" dirty="0" err="1" smtClean="0"/>
              <a:t>int</a:t>
            </a:r>
            <a:r>
              <a:rPr lang="en-US" sz="6400" dirty="0" smtClean="0"/>
              <a:t> main()</a:t>
            </a:r>
          </a:p>
          <a:p>
            <a:pPr>
              <a:buNone/>
            </a:pPr>
            <a:r>
              <a:rPr lang="en-US" sz="6400" dirty="0" smtClean="0"/>
              <a:t>{</a:t>
            </a:r>
          </a:p>
          <a:p>
            <a:pPr>
              <a:buNone/>
            </a:pPr>
            <a:r>
              <a:rPr lang="en-US" sz="6400" dirty="0" smtClean="0"/>
              <a:t>loc *p1, *p2;</a:t>
            </a:r>
          </a:p>
          <a:p>
            <a:pPr>
              <a:buNone/>
            </a:pPr>
            <a:endParaRPr lang="en-US" sz="6400" dirty="0" smtClean="0"/>
          </a:p>
          <a:p>
            <a:pPr>
              <a:buNone/>
            </a:pPr>
            <a:r>
              <a:rPr lang="en-US" sz="6400" dirty="0" smtClean="0"/>
              <a:t>p1 = new loc (10, 20);</a:t>
            </a:r>
          </a:p>
          <a:p>
            <a:pPr>
              <a:buNone/>
            </a:pPr>
            <a:r>
              <a:rPr lang="en-US" sz="6400" dirty="0" smtClean="0"/>
              <a:t>p2 </a:t>
            </a:r>
            <a:r>
              <a:rPr lang="en-US" sz="6400" dirty="0" smtClean="0"/>
              <a:t>= new loc (-10, -20);</a:t>
            </a:r>
          </a:p>
          <a:p>
            <a:pPr>
              <a:buNone/>
            </a:pPr>
            <a:r>
              <a:rPr lang="en-US" sz="6400" dirty="0" smtClean="0"/>
              <a:t>} </a:t>
            </a:r>
          </a:p>
          <a:p>
            <a:pPr>
              <a:buNone/>
            </a:pPr>
            <a:r>
              <a:rPr lang="en-US" sz="6400" dirty="0" smtClean="0"/>
              <a:t>p1-&gt;show();</a:t>
            </a:r>
          </a:p>
          <a:p>
            <a:pPr>
              <a:buNone/>
            </a:pPr>
            <a:r>
              <a:rPr lang="en-US" sz="6400" dirty="0" smtClean="0"/>
              <a:t>p2-&gt;show();</a:t>
            </a:r>
          </a:p>
          <a:p>
            <a:pPr>
              <a:buNone/>
            </a:pPr>
            <a:r>
              <a:rPr lang="en-US" sz="6400" dirty="0" smtClean="0"/>
              <a:t>delete p1;</a:t>
            </a:r>
          </a:p>
          <a:p>
            <a:pPr>
              <a:buNone/>
            </a:pPr>
            <a:r>
              <a:rPr lang="en-US" sz="6400" dirty="0" smtClean="0"/>
              <a:t>delete p2;</a:t>
            </a:r>
          </a:p>
          <a:p>
            <a:pPr>
              <a:buNone/>
            </a:pPr>
            <a:r>
              <a:rPr lang="en-US" sz="6400" dirty="0" smtClean="0"/>
              <a:t>return 0;</a:t>
            </a:r>
          </a:p>
          <a:p>
            <a:pPr>
              <a:buNone/>
            </a:pPr>
            <a:r>
              <a:rPr lang="en-US" sz="6400" dirty="0" smtClean="0"/>
              <a:t>}</a:t>
            </a:r>
          </a:p>
          <a:p>
            <a:endParaRPr lang="en-US" dirty="0"/>
          </a:p>
        </p:txBody>
      </p:sp>
      <p:pic>
        <p:nvPicPr>
          <p:cNvPr id="4" name="Picture 3" descr="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4191000"/>
            <a:ext cx="2286000" cy="152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Overloading []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In C++, the [ ] is considered a binary operator when you are overloading it.</a:t>
            </a:r>
          </a:p>
          <a:p>
            <a:r>
              <a:rPr lang="en-US" dirty="0" smtClean="0"/>
              <a:t> Therefore, the general form of a member operator[ ]( ) function is as shown here:</a:t>
            </a:r>
          </a:p>
          <a:p>
            <a:pPr>
              <a:buNone/>
            </a:pPr>
            <a:r>
              <a:rPr lang="en-US" i="1" dirty="0" smtClean="0"/>
              <a:t>	</a:t>
            </a:r>
            <a:r>
              <a:rPr lang="en-US" b="1" i="1" dirty="0" smtClean="0"/>
              <a:t>type class-name::operator[](</a:t>
            </a:r>
            <a:r>
              <a:rPr lang="en-US" b="1" i="1" dirty="0" err="1" smtClean="0"/>
              <a:t>int</a:t>
            </a:r>
            <a:r>
              <a:rPr lang="en-US" b="1" i="1" dirty="0" smtClean="0"/>
              <a:t> </a:t>
            </a:r>
            <a:r>
              <a:rPr lang="en-US" b="1" i="1" dirty="0" err="1" smtClean="0"/>
              <a:t>i</a:t>
            </a:r>
            <a:r>
              <a:rPr lang="en-US" b="1" i="1" dirty="0" smtClean="0"/>
              <a:t>)</a:t>
            </a:r>
          </a:p>
          <a:p>
            <a:pPr>
              <a:buNone/>
            </a:pPr>
            <a:r>
              <a:rPr lang="en-US" b="1" dirty="0" smtClean="0"/>
              <a:t> 		 {</a:t>
            </a:r>
          </a:p>
          <a:p>
            <a:pPr>
              <a:buNone/>
            </a:pPr>
            <a:r>
              <a:rPr lang="en-US" b="1" dirty="0" smtClean="0"/>
              <a:t>      		 // . . .</a:t>
            </a:r>
          </a:p>
          <a:p>
            <a:pPr>
              <a:buNone/>
            </a:pPr>
            <a:r>
              <a:rPr lang="en-US" b="1" dirty="0" smtClean="0"/>
              <a:t> 		 }</a:t>
            </a:r>
          </a:p>
          <a:p>
            <a:r>
              <a:rPr lang="en-US" dirty="0" smtClean="0"/>
              <a:t>Technically, the parameter does not have to be of type </a:t>
            </a:r>
            <a:r>
              <a:rPr lang="en-US" dirty="0" err="1" smtClean="0"/>
              <a:t>int</a:t>
            </a:r>
            <a:r>
              <a:rPr lang="en-US" dirty="0" smtClean="0"/>
              <a:t>, but an operator[ ]( ) function is typically used to provide array subscripting, and as such, an integer value is generally used.</a:t>
            </a:r>
          </a:p>
          <a:p>
            <a:r>
              <a:rPr lang="en-US" dirty="0" smtClean="0"/>
              <a:t>Given an object called O, the expression O[3] translates into this call to the operator[ ]( ) function: </a:t>
            </a:r>
            <a:r>
              <a:rPr lang="en-US" dirty="0" err="1" smtClean="0"/>
              <a:t>O.operator</a:t>
            </a:r>
            <a:r>
              <a:rPr lang="en-US" dirty="0" smtClean="0"/>
              <a:t>[](3)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pPr>
              <a:buNone/>
            </a:pPr>
            <a:r>
              <a:rPr lang="en-US" sz="2800" dirty="0" smtClean="0"/>
              <a:t>#include &lt;</a:t>
            </a:r>
            <a:r>
              <a:rPr lang="en-US" sz="2800" dirty="0" err="1" smtClean="0"/>
              <a:t>iostream</a:t>
            </a:r>
            <a:r>
              <a:rPr lang="en-US" sz="2800" dirty="0" smtClean="0"/>
              <a:t>&gt;</a:t>
            </a:r>
          </a:p>
          <a:p>
            <a:pPr>
              <a:buNone/>
            </a:pPr>
            <a:r>
              <a:rPr lang="en-US" sz="2800" dirty="0" smtClean="0"/>
              <a:t>using namespace std;</a:t>
            </a:r>
          </a:p>
          <a:p>
            <a:pPr>
              <a:buNone/>
            </a:pPr>
            <a:r>
              <a:rPr lang="en-US" sz="2800" dirty="0" smtClean="0"/>
              <a:t>class </a:t>
            </a:r>
            <a:r>
              <a:rPr lang="en-US" sz="2800" dirty="0" err="1" smtClean="0"/>
              <a:t>atype</a:t>
            </a:r>
            <a:r>
              <a:rPr lang="en-US" sz="2800" dirty="0" smtClean="0"/>
              <a:t> {</a:t>
            </a:r>
          </a:p>
          <a:p>
            <a:pPr>
              <a:buNone/>
            </a:pPr>
            <a:r>
              <a:rPr lang="en-US" sz="2800" dirty="0" err="1" smtClean="0"/>
              <a:t>int</a:t>
            </a:r>
            <a:r>
              <a:rPr lang="en-US" sz="2800" dirty="0" smtClean="0"/>
              <a:t> a[3];</a:t>
            </a:r>
          </a:p>
          <a:p>
            <a:pPr>
              <a:buNone/>
            </a:pPr>
            <a:r>
              <a:rPr lang="en-US" sz="2800" dirty="0" smtClean="0"/>
              <a:t>public:</a:t>
            </a:r>
          </a:p>
          <a:p>
            <a:pPr>
              <a:buNone/>
            </a:pPr>
            <a:r>
              <a:rPr lang="en-US" sz="2800" dirty="0" err="1" smtClean="0"/>
              <a:t>atype</a:t>
            </a:r>
            <a:r>
              <a:rPr lang="en-US" sz="2800" dirty="0" smtClean="0"/>
              <a:t>(</a:t>
            </a:r>
            <a:r>
              <a:rPr lang="en-US" sz="2800" dirty="0" err="1" smtClean="0"/>
              <a:t>int</a:t>
            </a:r>
            <a:r>
              <a:rPr lang="en-US" sz="2800" dirty="0" smtClean="0"/>
              <a:t> </a:t>
            </a:r>
            <a:r>
              <a:rPr lang="en-US" sz="2800" dirty="0" err="1" smtClean="0"/>
              <a:t>i</a:t>
            </a:r>
            <a:r>
              <a:rPr lang="en-US" sz="2800" dirty="0" smtClean="0"/>
              <a:t>, </a:t>
            </a:r>
            <a:r>
              <a:rPr lang="en-US" sz="2800" dirty="0" err="1" smtClean="0"/>
              <a:t>int</a:t>
            </a:r>
            <a:r>
              <a:rPr lang="en-US" sz="2800" dirty="0" smtClean="0"/>
              <a:t> j, </a:t>
            </a:r>
            <a:r>
              <a:rPr lang="en-US" sz="2800" dirty="0" err="1" smtClean="0"/>
              <a:t>int</a:t>
            </a:r>
            <a:r>
              <a:rPr lang="en-US" sz="2800" dirty="0" smtClean="0"/>
              <a:t> k) {</a:t>
            </a:r>
          </a:p>
          <a:p>
            <a:pPr>
              <a:buNone/>
            </a:pPr>
            <a:r>
              <a:rPr lang="en-US" sz="2800" dirty="0" smtClean="0"/>
              <a:t>a[0] = </a:t>
            </a:r>
            <a:r>
              <a:rPr lang="en-US" sz="2800" dirty="0" err="1" smtClean="0"/>
              <a:t>i</a:t>
            </a:r>
            <a:r>
              <a:rPr lang="en-US" sz="2800" dirty="0" smtClean="0"/>
              <a:t>;</a:t>
            </a:r>
          </a:p>
          <a:p>
            <a:pPr>
              <a:buNone/>
            </a:pPr>
            <a:r>
              <a:rPr lang="en-US" sz="2800" dirty="0" smtClean="0"/>
              <a:t>a[1] = j;</a:t>
            </a:r>
          </a:p>
          <a:p>
            <a:pPr>
              <a:buNone/>
            </a:pPr>
            <a:r>
              <a:rPr lang="en-US" sz="2800" dirty="0" smtClean="0"/>
              <a:t>a[2] = k;</a:t>
            </a:r>
          </a:p>
          <a:p>
            <a:pPr>
              <a:buNone/>
            </a:pPr>
            <a:r>
              <a:rPr lang="en-US" sz="2800" dirty="0" smtClean="0"/>
              <a:t>}</a:t>
            </a:r>
          </a:p>
          <a:p>
            <a:pPr>
              <a:buNone/>
            </a:pPr>
            <a:r>
              <a:rPr lang="en-US" sz="2800" dirty="0" err="1" smtClean="0"/>
              <a:t>int</a:t>
            </a:r>
            <a:r>
              <a:rPr lang="en-US" sz="2800" dirty="0" smtClean="0"/>
              <a:t> operator[](</a:t>
            </a:r>
            <a:r>
              <a:rPr lang="en-US" sz="2800" dirty="0" err="1" smtClean="0"/>
              <a:t>int</a:t>
            </a:r>
            <a:r>
              <a:rPr lang="en-US" sz="2800" dirty="0" smtClean="0"/>
              <a:t> </a:t>
            </a:r>
            <a:r>
              <a:rPr lang="en-US" sz="2800" dirty="0" err="1" smtClean="0"/>
              <a:t>i</a:t>
            </a:r>
            <a:r>
              <a:rPr lang="en-US" sz="2800" dirty="0" smtClean="0"/>
              <a:t>)</a:t>
            </a:r>
          </a:p>
          <a:p>
            <a:pPr>
              <a:buNone/>
            </a:pPr>
            <a:r>
              <a:rPr lang="en-US" sz="2800" dirty="0" smtClean="0"/>
              <a:t> { return a[</a:t>
            </a:r>
            <a:r>
              <a:rPr lang="en-US" sz="2800" dirty="0" err="1" smtClean="0"/>
              <a:t>i</a:t>
            </a:r>
            <a:r>
              <a:rPr lang="en-US" sz="2800" dirty="0" smtClean="0"/>
              <a:t>]; </a:t>
            </a:r>
          </a:p>
          <a:p>
            <a:pPr>
              <a:buNone/>
            </a:pPr>
            <a:r>
              <a:rPr lang="en-US" sz="2800" dirty="0" smtClean="0"/>
              <a:t>}</a:t>
            </a:r>
          </a:p>
          <a:p>
            <a:pPr>
              <a:buNone/>
            </a:pPr>
            <a:r>
              <a:rPr lang="en-US" sz="2800" dirty="0" smtClean="0"/>
              <a:t>};</a:t>
            </a:r>
          </a:p>
          <a:p>
            <a:pPr>
              <a:buNone/>
            </a:pPr>
            <a:r>
              <a:rPr lang="en-US" sz="2800" dirty="0" err="1" smtClean="0"/>
              <a:t>int</a:t>
            </a:r>
            <a:r>
              <a:rPr lang="en-US" sz="2800" dirty="0" smtClean="0"/>
              <a:t> main()</a:t>
            </a:r>
          </a:p>
          <a:p>
            <a:pPr>
              <a:buNone/>
            </a:pPr>
            <a:r>
              <a:rPr lang="en-US" sz="2800" dirty="0" smtClean="0"/>
              <a:t>{</a:t>
            </a:r>
          </a:p>
          <a:p>
            <a:pPr>
              <a:buNone/>
            </a:pPr>
            <a:r>
              <a:rPr lang="en-US" sz="2800" dirty="0" err="1" smtClean="0"/>
              <a:t>atype</a:t>
            </a:r>
            <a:r>
              <a:rPr lang="en-US" sz="2800" dirty="0" smtClean="0"/>
              <a:t> ob(1, 2, 3);</a:t>
            </a:r>
          </a:p>
          <a:p>
            <a:pPr>
              <a:buNone/>
            </a:pPr>
            <a:r>
              <a:rPr lang="en-US" sz="2800" dirty="0" err="1" smtClean="0"/>
              <a:t>cout</a:t>
            </a:r>
            <a:r>
              <a:rPr lang="en-US" sz="2800" dirty="0" smtClean="0"/>
              <a:t> &lt;&lt; ob[1]; // displays 2</a:t>
            </a:r>
          </a:p>
          <a:p>
            <a:pPr>
              <a:buNone/>
            </a:pPr>
            <a:r>
              <a:rPr lang="en-US" sz="2800" dirty="0" smtClean="0"/>
              <a:t>return 0;</a:t>
            </a:r>
          </a:p>
          <a:p>
            <a:pPr>
              <a:buNone/>
            </a:pPr>
            <a:r>
              <a:rPr lang="en-US" sz="2800" dirty="0" smtClean="0"/>
              <a:t>}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7391400" y="5867400"/>
            <a:ext cx="1371600" cy="762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Output:</a:t>
            </a:r>
            <a:r>
              <a:rPr lang="nn-NO" sz="2800" b="1" dirty="0" smtClean="0">
                <a:solidFill>
                  <a:schemeClr val="tx1"/>
                </a:solidFill>
              </a:rPr>
              <a:t>   </a:t>
            </a:r>
            <a:endParaRPr lang="en-US" sz="2800" b="1" dirty="0" smtClean="0">
              <a:solidFill>
                <a:schemeClr val="tx1"/>
              </a:solidFill>
            </a:endParaRPr>
          </a:p>
          <a:p>
            <a:pPr marL="514350" indent="-514350" algn="ctr"/>
            <a:r>
              <a:rPr lang="en-US" sz="2800" b="1" dirty="0" smtClean="0">
                <a:solidFill>
                  <a:schemeClr val="tx1"/>
                </a:solidFill>
              </a:rPr>
              <a:t>2</a:t>
            </a:r>
            <a:endParaRPr lang="nn-NO" sz="2800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 fontScale="77500" lnSpcReduction="20000"/>
          </a:bodyPr>
          <a:lstStyle/>
          <a:p>
            <a:pPr>
              <a:buNone/>
            </a:pPr>
            <a:r>
              <a:rPr lang="en-US" dirty="0" smtClean="0"/>
              <a:t>class </a:t>
            </a:r>
            <a:r>
              <a:rPr lang="en-US" dirty="0" err="1" smtClean="0"/>
              <a:t>atype</a:t>
            </a:r>
            <a:r>
              <a:rPr lang="en-US" dirty="0" smtClean="0"/>
              <a:t> {</a:t>
            </a:r>
          </a:p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a[3];</a:t>
            </a:r>
          </a:p>
          <a:p>
            <a:pPr>
              <a:buNone/>
            </a:pPr>
            <a:r>
              <a:rPr lang="en-US" dirty="0" smtClean="0"/>
              <a:t>public:</a:t>
            </a:r>
          </a:p>
          <a:p>
            <a:pPr>
              <a:buNone/>
            </a:pPr>
            <a:r>
              <a:rPr lang="en-US" dirty="0" err="1" smtClean="0"/>
              <a:t>atype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, </a:t>
            </a:r>
            <a:r>
              <a:rPr lang="en-US" dirty="0" err="1" smtClean="0"/>
              <a:t>int</a:t>
            </a:r>
            <a:r>
              <a:rPr lang="en-US" dirty="0" smtClean="0"/>
              <a:t> j, </a:t>
            </a:r>
            <a:r>
              <a:rPr lang="en-US" dirty="0" err="1" smtClean="0"/>
              <a:t>int</a:t>
            </a:r>
            <a:r>
              <a:rPr lang="en-US" dirty="0" smtClean="0"/>
              <a:t> k) {</a:t>
            </a:r>
          </a:p>
          <a:p>
            <a:pPr>
              <a:buNone/>
            </a:pPr>
            <a:r>
              <a:rPr lang="en-US" dirty="0" smtClean="0"/>
              <a:t>a[0] = 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a[1] = j;</a:t>
            </a:r>
          </a:p>
          <a:p>
            <a:pPr>
              <a:buNone/>
            </a:pPr>
            <a:r>
              <a:rPr lang="en-US" dirty="0" smtClean="0"/>
              <a:t>a[2] = k;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&amp;operator[](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) { </a:t>
            </a:r>
          </a:p>
          <a:p>
            <a:pPr>
              <a:buNone/>
            </a:pPr>
            <a:r>
              <a:rPr lang="en-US" dirty="0" smtClean="0"/>
              <a:t>return a[</a:t>
            </a:r>
            <a:r>
              <a:rPr lang="en-US" dirty="0" err="1" smtClean="0"/>
              <a:t>i</a:t>
            </a:r>
            <a:r>
              <a:rPr lang="en-US" dirty="0" smtClean="0"/>
              <a:t>];</a:t>
            </a:r>
          </a:p>
          <a:p>
            <a:pPr>
              <a:buNone/>
            </a:pPr>
            <a:r>
              <a:rPr lang="en-US" dirty="0" smtClean="0"/>
              <a:t> }</a:t>
            </a:r>
          </a:p>
          <a:p>
            <a:pPr>
              <a:buNone/>
            </a:pPr>
            <a:r>
              <a:rPr lang="en-US" dirty="0" smtClean="0"/>
              <a:t>};</a:t>
            </a:r>
          </a:p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main()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err="1" smtClean="0"/>
              <a:t>atype</a:t>
            </a:r>
            <a:r>
              <a:rPr lang="en-US" dirty="0" smtClean="0"/>
              <a:t> ob(1, 2, 3);</a:t>
            </a:r>
          </a:p>
          <a:p>
            <a:pPr>
              <a:buNone/>
            </a:pPr>
            <a:r>
              <a:rPr lang="en-US" dirty="0" err="1" smtClean="0"/>
              <a:t>cout</a:t>
            </a:r>
            <a:r>
              <a:rPr lang="en-US" dirty="0" smtClean="0"/>
              <a:t> &lt;&lt; ob[1]; // displays 2</a:t>
            </a:r>
          </a:p>
          <a:p>
            <a:pPr>
              <a:buNone/>
            </a:pPr>
            <a:r>
              <a:rPr lang="en-US" dirty="0" err="1" smtClean="0"/>
              <a:t>cout</a:t>
            </a:r>
            <a:r>
              <a:rPr lang="en-US" dirty="0" smtClean="0"/>
              <a:t> &lt;&lt; " ";</a:t>
            </a:r>
          </a:p>
          <a:p>
            <a:pPr>
              <a:buNone/>
            </a:pPr>
            <a:r>
              <a:rPr lang="en-US" dirty="0" smtClean="0"/>
              <a:t>ob[1] = 25; // [] on left of =</a:t>
            </a:r>
          </a:p>
          <a:p>
            <a:pPr>
              <a:buNone/>
            </a:pPr>
            <a:r>
              <a:rPr lang="en-US" dirty="0" err="1" smtClean="0"/>
              <a:t>cout</a:t>
            </a:r>
            <a:r>
              <a:rPr lang="en-US" dirty="0" smtClean="0"/>
              <a:t> &lt;&lt; ob[1]; // now displays 25</a:t>
            </a:r>
          </a:p>
          <a:p>
            <a:pPr>
              <a:buNone/>
            </a:pPr>
            <a:r>
              <a:rPr lang="en-US" dirty="0" smtClean="0"/>
              <a:t>return 0;</a:t>
            </a:r>
          </a:p>
          <a:p>
            <a:pPr>
              <a:buNone/>
            </a:pPr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58000" y="5486400"/>
            <a:ext cx="1905000" cy="1143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Output:</a:t>
            </a:r>
            <a:r>
              <a:rPr lang="nn-NO" sz="2800" b="1" dirty="0" smtClean="0">
                <a:solidFill>
                  <a:schemeClr val="tx1"/>
                </a:solidFill>
              </a:rPr>
              <a:t>   </a:t>
            </a:r>
            <a:endParaRPr lang="en-US" sz="2800" b="1" dirty="0" smtClean="0">
              <a:solidFill>
                <a:schemeClr val="tx1"/>
              </a:solidFill>
            </a:endParaRPr>
          </a:p>
          <a:p>
            <a:pPr marL="514350" indent="-514350" algn="ctr"/>
            <a:r>
              <a:rPr lang="en-US" sz="2800" b="1" dirty="0" smtClean="0">
                <a:solidFill>
                  <a:schemeClr val="tx1"/>
                </a:solidFill>
              </a:rPr>
              <a:t>2    25</a:t>
            </a:r>
            <a:endParaRPr lang="nn-NO" sz="2800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Overloading 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When you overload the ( ) function call operator, you are not, per se, creating a new way to call a function. </a:t>
            </a:r>
          </a:p>
          <a:p>
            <a:r>
              <a:rPr lang="en-US" dirty="0" smtClean="0"/>
              <a:t>Rather, you are creating an operator function that can be passed an arbitrary number of parameters.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b="1" dirty="0" smtClean="0"/>
              <a:t>Example:</a:t>
            </a:r>
            <a:r>
              <a:rPr lang="en-US" dirty="0" smtClean="0"/>
              <a:t>   double operator()(</a:t>
            </a:r>
            <a:r>
              <a:rPr lang="en-US" dirty="0" err="1" smtClean="0"/>
              <a:t>int</a:t>
            </a:r>
            <a:r>
              <a:rPr lang="en-US" dirty="0" smtClean="0"/>
              <a:t> a, float f, char *s);</a:t>
            </a:r>
          </a:p>
          <a:p>
            <a:pPr>
              <a:buNone/>
            </a:pPr>
            <a:r>
              <a:rPr lang="en-US" dirty="0" smtClean="0"/>
              <a:t>and an object O of its class, then the statement</a:t>
            </a:r>
          </a:p>
          <a:p>
            <a:pPr>
              <a:buNone/>
            </a:pPr>
            <a:r>
              <a:rPr lang="en-US" b="1" dirty="0" smtClean="0"/>
              <a:t>O(10, 23.34, "hi");</a:t>
            </a:r>
          </a:p>
          <a:p>
            <a:pPr>
              <a:buNone/>
            </a:pPr>
            <a:r>
              <a:rPr lang="en-US" dirty="0" smtClean="0"/>
              <a:t>translates into this call to the operator( ) function.</a:t>
            </a:r>
          </a:p>
          <a:p>
            <a:pPr>
              <a:buNone/>
            </a:pPr>
            <a:r>
              <a:rPr lang="en-US" b="1" dirty="0" err="1" smtClean="0"/>
              <a:t>O.operator</a:t>
            </a:r>
            <a:r>
              <a:rPr lang="en-US" b="1" dirty="0" smtClean="0"/>
              <a:t>()(10, 23.34, "hi");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 numCol="2">
            <a:normAutofit fontScale="40000" lnSpcReduction="20000"/>
          </a:bodyPr>
          <a:lstStyle/>
          <a:p>
            <a:pPr>
              <a:buNone/>
            </a:pPr>
            <a:r>
              <a:rPr lang="en-US" dirty="0" smtClean="0"/>
              <a:t>#include &lt;</a:t>
            </a:r>
            <a:r>
              <a:rPr lang="en-US" dirty="0" err="1" smtClean="0"/>
              <a:t>iostream</a:t>
            </a:r>
            <a:r>
              <a:rPr lang="en-US" dirty="0" smtClean="0"/>
              <a:t>&gt;</a:t>
            </a:r>
          </a:p>
          <a:p>
            <a:pPr>
              <a:buNone/>
            </a:pPr>
            <a:r>
              <a:rPr lang="en-US" dirty="0" smtClean="0"/>
              <a:t>using namespace std;</a:t>
            </a:r>
          </a:p>
          <a:p>
            <a:pPr>
              <a:buNone/>
            </a:pPr>
            <a:r>
              <a:rPr lang="en-US" dirty="0" smtClean="0"/>
              <a:t>class loc {</a:t>
            </a:r>
          </a:p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longitude, latitude;</a:t>
            </a:r>
          </a:p>
          <a:p>
            <a:pPr>
              <a:buNone/>
            </a:pPr>
            <a:r>
              <a:rPr lang="en-US" dirty="0" smtClean="0"/>
              <a:t>public:</a:t>
            </a:r>
          </a:p>
          <a:p>
            <a:pPr>
              <a:buNone/>
            </a:pPr>
            <a:r>
              <a:rPr lang="en-US" dirty="0" smtClean="0"/>
              <a:t>loc() {}</a:t>
            </a:r>
          </a:p>
          <a:p>
            <a:pPr>
              <a:buNone/>
            </a:pPr>
            <a:r>
              <a:rPr lang="en-US" dirty="0" smtClean="0"/>
              <a:t>loc(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lg</a:t>
            </a:r>
            <a:r>
              <a:rPr lang="en-US" dirty="0" smtClean="0"/>
              <a:t>, 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lt</a:t>
            </a:r>
            <a:r>
              <a:rPr lang="en-US" dirty="0" smtClean="0"/>
              <a:t>) {</a:t>
            </a:r>
          </a:p>
          <a:p>
            <a:pPr>
              <a:buNone/>
            </a:pPr>
            <a:r>
              <a:rPr lang="en-US" dirty="0" smtClean="0"/>
              <a:t>longitude = </a:t>
            </a:r>
            <a:r>
              <a:rPr lang="en-US" dirty="0" err="1" smtClean="0"/>
              <a:t>lg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latitude = </a:t>
            </a:r>
            <a:r>
              <a:rPr lang="en-US" dirty="0" err="1" smtClean="0"/>
              <a:t>lt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r>
              <a:rPr lang="en-US" dirty="0" smtClean="0"/>
              <a:t>void show() {</a:t>
            </a:r>
          </a:p>
          <a:p>
            <a:pPr>
              <a:buNone/>
            </a:pPr>
            <a:r>
              <a:rPr lang="en-US" dirty="0" err="1" smtClean="0"/>
              <a:t>cout</a:t>
            </a:r>
            <a:r>
              <a:rPr lang="en-US" dirty="0" smtClean="0"/>
              <a:t> &lt;&lt; longitude &lt;&lt; " ";</a:t>
            </a:r>
          </a:p>
          <a:p>
            <a:pPr>
              <a:buNone/>
            </a:pPr>
            <a:r>
              <a:rPr lang="en-US" dirty="0" err="1" smtClean="0"/>
              <a:t>cout</a:t>
            </a:r>
            <a:r>
              <a:rPr lang="en-US" dirty="0" smtClean="0"/>
              <a:t> &lt;&lt; latitude &lt;&lt; "\n";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r>
              <a:rPr lang="en-US" dirty="0" smtClean="0"/>
              <a:t>loc operator+(loc op2);</a:t>
            </a:r>
          </a:p>
          <a:p>
            <a:pPr>
              <a:buNone/>
            </a:pPr>
            <a:r>
              <a:rPr lang="sv-SE" dirty="0" smtClean="0"/>
              <a:t>loc operator()(int i, int j);</a:t>
            </a:r>
          </a:p>
          <a:p>
            <a:pPr>
              <a:buNone/>
            </a:pPr>
            <a:r>
              <a:rPr lang="en-US" dirty="0" smtClean="0"/>
              <a:t>};</a:t>
            </a:r>
          </a:p>
          <a:p>
            <a:pPr>
              <a:buNone/>
            </a:pPr>
            <a:r>
              <a:rPr lang="en-US" b="1" dirty="0" smtClean="0"/>
              <a:t>// Overload ( ) for loc.</a:t>
            </a:r>
          </a:p>
          <a:p>
            <a:pPr>
              <a:buNone/>
            </a:pPr>
            <a:r>
              <a:rPr lang="sv-SE" dirty="0" smtClean="0"/>
              <a:t>loc loc::operator()(int i, int j)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smtClean="0"/>
              <a:t>longitude = </a:t>
            </a:r>
            <a:r>
              <a:rPr lang="en-US" dirty="0" err="1" smtClean="0"/>
              <a:t>i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latitude = j;</a:t>
            </a:r>
          </a:p>
          <a:p>
            <a:pPr>
              <a:buNone/>
            </a:pPr>
            <a:r>
              <a:rPr lang="en-US" dirty="0" smtClean="0"/>
              <a:t>return *this;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r>
              <a:rPr lang="en-US" b="1" dirty="0" smtClean="0"/>
              <a:t>// Overload + for loc.</a:t>
            </a:r>
          </a:p>
          <a:p>
            <a:pPr>
              <a:buNone/>
            </a:pPr>
            <a:r>
              <a:rPr lang="en-US" dirty="0" smtClean="0"/>
              <a:t>loc </a:t>
            </a:r>
            <a:r>
              <a:rPr lang="en-US" dirty="0" err="1" smtClean="0"/>
              <a:t>loc</a:t>
            </a:r>
            <a:r>
              <a:rPr lang="en-US" dirty="0" smtClean="0"/>
              <a:t>::operator+(loc op2)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smtClean="0"/>
              <a:t>loc temp;</a:t>
            </a:r>
          </a:p>
          <a:p>
            <a:pPr>
              <a:buNone/>
            </a:pPr>
            <a:r>
              <a:rPr lang="en-US" dirty="0" err="1" smtClean="0"/>
              <a:t>temp.longitude</a:t>
            </a:r>
            <a:r>
              <a:rPr lang="en-US" dirty="0" smtClean="0"/>
              <a:t> = op2.longitude + longitude;</a:t>
            </a:r>
          </a:p>
          <a:p>
            <a:pPr>
              <a:buNone/>
            </a:pPr>
            <a:r>
              <a:rPr lang="en-US" dirty="0" err="1" smtClean="0"/>
              <a:t>temp.latitude</a:t>
            </a:r>
            <a:r>
              <a:rPr lang="en-US" dirty="0" smtClean="0"/>
              <a:t> = op2.latitude + latitude;</a:t>
            </a:r>
          </a:p>
          <a:p>
            <a:pPr>
              <a:buNone/>
            </a:pPr>
            <a:r>
              <a:rPr lang="en-US" dirty="0" smtClean="0"/>
              <a:t>return temp;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/>
              <a:t>int</a:t>
            </a:r>
            <a:r>
              <a:rPr lang="en-US" dirty="0" smtClean="0"/>
              <a:t> main()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de-DE" dirty="0" smtClean="0"/>
              <a:t>loc ob1(10, 20), ob2(1, 1);</a:t>
            </a:r>
          </a:p>
          <a:p>
            <a:pPr>
              <a:buNone/>
            </a:pPr>
            <a:r>
              <a:rPr lang="en-US" dirty="0" smtClean="0"/>
              <a:t>ob1.show();</a:t>
            </a:r>
          </a:p>
          <a:p>
            <a:pPr>
              <a:buNone/>
            </a:pPr>
            <a:r>
              <a:rPr lang="en-US" dirty="0" smtClean="0"/>
              <a:t>ob1(7, 8); // can be executed by itself</a:t>
            </a:r>
          </a:p>
          <a:p>
            <a:pPr>
              <a:buNone/>
            </a:pPr>
            <a:r>
              <a:rPr lang="en-US" dirty="0" smtClean="0"/>
              <a:t>ob1.show();</a:t>
            </a:r>
          </a:p>
          <a:p>
            <a:pPr>
              <a:buNone/>
            </a:pPr>
            <a:r>
              <a:rPr lang="en-US" dirty="0" smtClean="0"/>
              <a:t>ob1 = ob2 + ob1(10, 10); // can be used in expressions</a:t>
            </a:r>
          </a:p>
          <a:p>
            <a:pPr>
              <a:buNone/>
            </a:pPr>
            <a:r>
              <a:rPr lang="en-US" dirty="0" smtClean="0"/>
              <a:t>ob1.show();</a:t>
            </a:r>
          </a:p>
          <a:p>
            <a:pPr>
              <a:buNone/>
            </a:pPr>
            <a:r>
              <a:rPr lang="en-US" dirty="0" smtClean="0"/>
              <a:t>return 0;</a:t>
            </a:r>
          </a:p>
          <a:p>
            <a:pPr>
              <a:buNone/>
            </a:pPr>
            <a:r>
              <a:rPr lang="en-US" dirty="0" smtClean="0"/>
              <a:t>}</a:t>
            </a:r>
            <a:endParaRPr lang="en-US" dirty="0"/>
          </a:p>
        </p:txBody>
      </p:sp>
      <p:pic>
        <p:nvPicPr>
          <p:cNvPr id="5" name="Picture 4" descr="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5334000"/>
            <a:ext cx="1628843" cy="9430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Overloading the Comma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pPr>
              <a:buNone/>
            </a:pPr>
            <a:r>
              <a:rPr lang="en-US" sz="1200" dirty="0" smtClean="0"/>
              <a:t>#include &lt;</a:t>
            </a:r>
            <a:r>
              <a:rPr lang="en-US" sz="1200" dirty="0" err="1" smtClean="0"/>
              <a:t>iostream</a:t>
            </a:r>
            <a:r>
              <a:rPr lang="en-US" sz="1200" dirty="0" smtClean="0"/>
              <a:t>&gt;</a:t>
            </a:r>
          </a:p>
          <a:p>
            <a:pPr>
              <a:buNone/>
            </a:pPr>
            <a:r>
              <a:rPr lang="en-US" sz="1200" dirty="0" smtClean="0"/>
              <a:t>using namespace std;</a:t>
            </a:r>
          </a:p>
          <a:p>
            <a:pPr>
              <a:buNone/>
            </a:pPr>
            <a:r>
              <a:rPr lang="en-US" sz="1200" dirty="0" smtClean="0"/>
              <a:t>class loc {</a:t>
            </a:r>
          </a:p>
          <a:p>
            <a:pPr>
              <a:buNone/>
            </a:pPr>
            <a:r>
              <a:rPr lang="en-US" sz="1200" dirty="0" err="1" smtClean="0"/>
              <a:t>int</a:t>
            </a:r>
            <a:r>
              <a:rPr lang="en-US" sz="1200" dirty="0" smtClean="0"/>
              <a:t> longitude, latitude;</a:t>
            </a:r>
          </a:p>
          <a:p>
            <a:pPr>
              <a:buNone/>
            </a:pPr>
            <a:r>
              <a:rPr lang="en-US" sz="1200" dirty="0" smtClean="0"/>
              <a:t>public:</a:t>
            </a:r>
          </a:p>
          <a:p>
            <a:pPr>
              <a:buNone/>
            </a:pPr>
            <a:r>
              <a:rPr lang="en-US" sz="1200" dirty="0" smtClean="0"/>
              <a:t>loc() {}</a:t>
            </a:r>
          </a:p>
          <a:p>
            <a:pPr>
              <a:buNone/>
            </a:pPr>
            <a:r>
              <a:rPr lang="en-US" sz="1200" dirty="0" smtClean="0"/>
              <a:t>loc(</a:t>
            </a:r>
            <a:r>
              <a:rPr lang="en-US" sz="1200" dirty="0" err="1" smtClean="0"/>
              <a:t>int</a:t>
            </a:r>
            <a:r>
              <a:rPr lang="en-US" sz="1200" dirty="0" smtClean="0"/>
              <a:t> </a:t>
            </a:r>
            <a:r>
              <a:rPr lang="en-US" sz="1200" dirty="0" err="1" smtClean="0"/>
              <a:t>lg</a:t>
            </a:r>
            <a:r>
              <a:rPr lang="en-US" sz="1200" dirty="0" smtClean="0"/>
              <a:t>, </a:t>
            </a:r>
            <a:r>
              <a:rPr lang="en-US" sz="1200" dirty="0" err="1" smtClean="0"/>
              <a:t>int</a:t>
            </a:r>
            <a:r>
              <a:rPr lang="en-US" sz="1200" dirty="0" smtClean="0"/>
              <a:t> </a:t>
            </a:r>
            <a:r>
              <a:rPr lang="en-US" sz="1200" dirty="0" err="1" smtClean="0"/>
              <a:t>lt</a:t>
            </a:r>
            <a:r>
              <a:rPr lang="en-US" sz="1200" dirty="0" smtClean="0"/>
              <a:t>) {</a:t>
            </a:r>
          </a:p>
          <a:p>
            <a:pPr>
              <a:buNone/>
            </a:pPr>
            <a:r>
              <a:rPr lang="en-US" sz="1200" dirty="0" smtClean="0"/>
              <a:t>longitude = </a:t>
            </a:r>
            <a:r>
              <a:rPr lang="en-US" sz="1200" dirty="0" err="1" smtClean="0"/>
              <a:t>lg</a:t>
            </a:r>
            <a:r>
              <a:rPr lang="en-US" sz="1200" dirty="0" smtClean="0"/>
              <a:t>;</a:t>
            </a:r>
          </a:p>
          <a:p>
            <a:pPr>
              <a:buNone/>
            </a:pPr>
            <a:r>
              <a:rPr lang="en-US" sz="1200" dirty="0" smtClean="0"/>
              <a:t>latitude = </a:t>
            </a:r>
            <a:r>
              <a:rPr lang="en-US" sz="1200" dirty="0" err="1" smtClean="0"/>
              <a:t>lt</a:t>
            </a:r>
            <a:r>
              <a:rPr lang="en-US" sz="1200" dirty="0" smtClean="0"/>
              <a:t>;</a:t>
            </a:r>
          </a:p>
          <a:p>
            <a:pPr>
              <a:buNone/>
            </a:pPr>
            <a:r>
              <a:rPr lang="en-US" sz="1200" dirty="0" smtClean="0"/>
              <a:t>}</a:t>
            </a:r>
          </a:p>
          <a:p>
            <a:pPr>
              <a:buNone/>
            </a:pPr>
            <a:r>
              <a:rPr lang="en-US" sz="1200" dirty="0" smtClean="0"/>
              <a:t>void show() {</a:t>
            </a:r>
          </a:p>
          <a:p>
            <a:pPr>
              <a:buNone/>
            </a:pPr>
            <a:r>
              <a:rPr lang="en-US" sz="1200" dirty="0" err="1" smtClean="0"/>
              <a:t>cout</a:t>
            </a:r>
            <a:r>
              <a:rPr lang="en-US" sz="1200" dirty="0" smtClean="0"/>
              <a:t> &lt;&lt; longitude &lt;&lt; " ";</a:t>
            </a:r>
          </a:p>
          <a:p>
            <a:pPr>
              <a:buNone/>
            </a:pPr>
            <a:r>
              <a:rPr lang="en-US" sz="1200" dirty="0" err="1" smtClean="0"/>
              <a:t>cout</a:t>
            </a:r>
            <a:r>
              <a:rPr lang="en-US" sz="1200" dirty="0" smtClean="0"/>
              <a:t> &lt;&lt; latitude &lt;&lt; "\n";</a:t>
            </a:r>
          </a:p>
          <a:p>
            <a:pPr>
              <a:buNone/>
            </a:pPr>
            <a:r>
              <a:rPr lang="en-US" sz="1200" dirty="0" smtClean="0"/>
              <a:t>}</a:t>
            </a:r>
          </a:p>
          <a:p>
            <a:pPr>
              <a:buNone/>
            </a:pPr>
            <a:r>
              <a:rPr lang="en-US" sz="1200" dirty="0" smtClean="0"/>
              <a:t>loc operator+(loc op2);</a:t>
            </a:r>
          </a:p>
          <a:p>
            <a:pPr>
              <a:buNone/>
            </a:pPr>
            <a:r>
              <a:rPr lang="en-US" sz="1200" dirty="0" smtClean="0"/>
              <a:t>loc operator,(loc op2);</a:t>
            </a:r>
          </a:p>
          <a:p>
            <a:pPr>
              <a:buNone/>
            </a:pPr>
            <a:r>
              <a:rPr lang="en-US" sz="1200" dirty="0" smtClean="0"/>
              <a:t>};</a:t>
            </a:r>
          </a:p>
          <a:p>
            <a:pPr>
              <a:buNone/>
            </a:pPr>
            <a:r>
              <a:rPr lang="en-US" sz="1200" b="1" dirty="0" smtClean="0"/>
              <a:t>// overload comma for loc</a:t>
            </a:r>
          </a:p>
          <a:p>
            <a:pPr>
              <a:buNone/>
            </a:pPr>
            <a:r>
              <a:rPr lang="en-US" sz="1200" dirty="0" smtClean="0"/>
              <a:t>loc </a:t>
            </a:r>
            <a:r>
              <a:rPr lang="en-US" sz="1200" dirty="0" err="1" smtClean="0"/>
              <a:t>loc</a:t>
            </a:r>
            <a:r>
              <a:rPr lang="en-US" sz="1200" dirty="0" smtClean="0"/>
              <a:t>::operator,(loc op2)</a:t>
            </a:r>
          </a:p>
          <a:p>
            <a:pPr>
              <a:buNone/>
            </a:pPr>
            <a:r>
              <a:rPr lang="en-US" sz="1200" dirty="0" smtClean="0"/>
              <a:t>{</a:t>
            </a:r>
          </a:p>
          <a:p>
            <a:pPr>
              <a:buNone/>
            </a:pPr>
            <a:r>
              <a:rPr lang="en-US" sz="1200" dirty="0" smtClean="0"/>
              <a:t>loc temp;</a:t>
            </a:r>
          </a:p>
          <a:p>
            <a:pPr>
              <a:buNone/>
            </a:pPr>
            <a:r>
              <a:rPr lang="en-US" sz="1200" dirty="0" err="1" smtClean="0"/>
              <a:t>temp.longitude</a:t>
            </a:r>
            <a:r>
              <a:rPr lang="en-US" sz="1200" dirty="0" smtClean="0"/>
              <a:t> = op2.longitude;</a:t>
            </a:r>
          </a:p>
          <a:p>
            <a:pPr>
              <a:buNone/>
            </a:pPr>
            <a:r>
              <a:rPr lang="en-US" sz="1200" dirty="0" err="1" smtClean="0"/>
              <a:t>temp.latitude</a:t>
            </a:r>
            <a:r>
              <a:rPr lang="en-US" sz="1200" dirty="0" smtClean="0"/>
              <a:t> = op2.latitude;</a:t>
            </a:r>
          </a:p>
          <a:p>
            <a:pPr>
              <a:buNone/>
            </a:pPr>
            <a:r>
              <a:rPr lang="en-US" sz="1200" dirty="0" err="1" smtClean="0"/>
              <a:t>cout</a:t>
            </a:r>
            <a:r>
              <a:rPr lang="en-US" sz="1200" dirty="0" smtClean="0"/>
              <a:t> &lt;&lt; op2.longitude &lt;&lt; " " &lt;&lt; op2.latitude &lt;&lt; "\n";</a:t>
            </a:r>
          </a:p>
          <a:p>
            <a:pPr>
              <a:buNone/>
            </a:pPr>
            <a:r>
              <a:rPr lang="en-US" sz="1200" dirty="0" smtClean="0"/>
              <a:t>return temp;</a:t>
            </a:r>
          </a:p>
          <a:p>
            <a:pPr>
              <a:buNone/>
            </a:pPr>
            <a:r>
              <a:rPr lang="en-US" sz="1200" dirty="0" smtClean="0"/>
              <a:t>}</a:t>
            </a:r>
          </a:p>
          <a:p>
            <a:pPr>
              <a:buNone/>
            </a:pPr>
            <a:r>
              <a:rPr lang="en-US" sz="1200" b="1" dirty="0" smtClean="0"/>
              <a:t>// Overload + for loc</a:t>
            </a:r>
          </a:p>
          <a:p>
            <a:pPr>
              <a:buNone/>
            </a:pPr>
            <a:r>
              <a:rPr lang="en-US" sz="1200" dirty="0" smtClean="0"/>
              <a:t>loc </a:t>
            </a:r>
            <a:r>
              <a:rPr lang="en-US" sz="1200" dirty="0" err="1" smtClean="0"/>
              <a:t>loc</a:t>
            </a:r>
            <a:r>
              <a:rPr lang="en-US" sz="1200" dirty="0" smtClean="0"/>
              <a:t>::operator+(loc op2)</a:t>
            </a:r>
          </a:p>
          <a:p>
            <a:pPr>
              <a:buNone/>
            </a:pPr>
            <a:r>
              <a:rPr lang="en-US" sz="1200" dirty="0" smtClean="0"/>
              <a:t>{</a:t>
            </a:r>
          </a:p>
          <a:p>
            <a:pPr>
              <a:buNone/>
            </a:pPr>
            <a:r>
              <a:rPr lang="en-US" sz="1200" dirty="0" smtClean="0"/>
              <a:t>loc temp;</a:t>
            </a:r>
          </a:p>
          <a:p>
            <a:pPr>
              <a:buNone/>
            </a:pPr>
            <a:r>
              <a:rPr lang="en-US" sz="1200" dirty="0" err="1" smtClean="0"/>
              <a:t>temp.longitude</a:t>
            </a:r>
            <a:r>
              <a:rPr lang="en-US" sz="1200" dirty="0" smtClean="0"/>
              <a:t> = op2.longitude + longitude;</a:t>
            </a:r>
          </a:p>
          <a:p>
            <a:pPr>
              <a:buNone/>
            </a:pPr>
            <a:r>
              <a:rPr lang="en-US" sz="1200" dirty="0" err="1" smtClean="0"/>
              <a:t>temp.latitude</a:t>
            </a:r>
            <a:r>
              <a:rPr lang="en-US" sz="1200" dirty="0" smtClean="0"/>
              <a:t> = op2.latitude + latitude;</a:t>
            </a:r>
          </a:p>
          <a:p>
            <a:pPr>
              <a:buNone/>
            </a:pPr>
            <a:r>
              <a:rPr lang="en-US" sz="1200" dirty="0" smtClean="0"/>
              <a:t>return temp;</a:t>
            </a:r>
          </a:p>
          <a:p>
            <a:pPr>
              <a:buNone/>
            </a:pPr>
            <a:r>
              <a:rPr lang="en-US" sz="1200" dirty="0" smtClean="0"/>
              <a:t>}</a:t>
            </a:r>
          </a:p>
          <a:p>
            <a:pPr>
              <a:buNone/>
            </a:pPr>
            <a:r>
              <a:rPr lang="en-US" sz="1200" dirty="0" err="1" smtClean="0"/>
              <a:t>int</a:t>
            </a:r>
            <a:r>
              <a:rPr lang="en-US" sz="1200" dirty="0" smtClean="0"/>
              <a:t> main()</a:t>
            </a:r>
          </a:p>
          <a:p>
            <a:pPr>
              <a:buNone/>
            </a:pPr>
            <a:r>
              <a:rPr lang="en-US" sz="1200" dirty="0" smtClean="0"/>
              <a:t>{</a:t>
            </a:r>
          </a:p>
          <a:p>
            <a:pPr>
              <a:buNone/>
            </a:pPr>
            <a:r>
              <a:rPr lang="de-DE" sz="1200" dirty="0" smtClean="0"/>
              <a:t>loc ob1(10, 20), ob2( 5, 30), ob3(1, 1);</a:t>
            </a:r>
          </a:p>
          <a:p>
            <a:pPr>
              <a:buNone/>
            </a:pPr>
            <a:r>
              <a:rPr lang="en-US" sz="1200" dirty="0" smtClean="0"/>
              <a:t>ob1.show();</a:t>
            </a:r>
          </a:p>
          <a:p>
            <a:pPr>
              <a:buNone/>
            </a:pPr>
            <a:r>
              <a:rPr lang="en-US" sz="1200" dirty="0" smtClean="0"/>
              <a:t>ob2.show();</a:t>
            </a:r>
          </a:p>
          <a:p>
            <a:pPr>
              <a:buNone/>
            </a:pPr>
            <a:r>
              <a:rPr lang="en-US" sz="1200" dirty="0" smtClean="0"/>
              <a:t>ob3.show();</a:t>
            </a:r>
          </a:p>
          <a:p>
            <a:pPr>
              <a:buNone/>
            </a:pPr>
            <a:r>
              <a:rPr lang="en-US" sz="1200" dirty="0" err="1" smtClean="0"/>
              <a:t>cout</a:t>
            </a:r>
            <a:r>
              <a:rPr lang="en-US" sz="1200" dirty="0" smtClean="0"/>
              <a:t> &lt;&lt; "\n";</a:t>
            </a:r>
          </a:p>
          <a:p>
            <a:pPr>
              <a:buNone/>
            </a:pPr>
            <a:r>
              <a:rPr lang="en-US" sz="1200" dirty="0" smtClean="0"/>
              <a:t>ob1 = (ob1, ob2+ob2, ob3);</a:t>
            </a:r>
          </a:p>
          <a:p>
            <a:pPr>
              <a:buNone/>
            </a:pPr>
            <a:r>
              <a:rPr lang="en-US" sz="1200" dirty="0" smtClean="0"/>
              <a:t>ob1.show(); // displays 1 1, the value of ob3</a:t>
            </a:r>
          </a:p>
          <a:p>
            <a:pPr>
              <a:buNone/>
            </a:pPr>
            <a:r>
              <a:rPr lang="en-US" sz="1200" dirty="0" smtClean="0"/>
              <a:t>return 0;</a:t>
            </a:r>
          </a:p>
          <a:p>
            <a:pPr>
              <a:buNone/>
            </a:pPr>
            <a:r>
              <a:rPr lang="en-US" sz="1200" dirty="0" smtClean="0"/>
              <a:t>}</a:t>
            </a:r>
            <a:endParaRPr lang="en-US" sz="1200" dirty="0"/>
          </a:p>
        </p:txBody>
      </p:sp>
      <p:pic>
        <p:nvPicPr>
          <p:cNvPr id="4" name="Picture 3" descr="Cap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4876800"/>
            <a:ext cx="1143000" cy="137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Overloading -&gt;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The –&gt; pointer operator, also called the </a:t>
            </a:r>
            <a:r>
              <a:rPr lang="en-US" i="1" dirty="0" smtClean="0"/>
              <a:t>class member access operator, is considered </a:t>
            </a:r>
            <a:r>
              <a:rPr lang="en-US" dirty="0" smtClean="0"/>
              <a:t>a unary operator when overloading.</a:t>
            </a:r>
          </a:p>
          <a:p>
            <a:r>
              <a:rPr lang="en-US" dirty="0" smtClean="0"/>
              <a:t>Its general usage is shown here:</a:t>
            </a:r>
          </a:p>
          <a:p>
            <a:pPr algn="ctr">
              <a:buNone/>
            </a:pPr>
            <a:r>
              <a:rPr lang="en-US" i="1" dirty="0" smtClean="0"/>
              <a:t>object-&gt;element;</a:t>
            </a:r>
          </a:p>
          <a:p>
            <a:r>
              <a:rPr lang="en-US" dirty="0" smtClean="0"/>
              <a:t>Here, </a:t>
            </a:r>
            <a:r>
              <a:rPr lang="en-US" i="1" dirty="0" smtClean="0"/>
              <a:t>object is the object that activates the call. The operator–&gt;( ) function must return </a:t>
            </a:r>
            <a:r>
              <a:rPr lang="en-US" dirty="0" smtClean="0"/>
              <a:t>a pointer to an object of the class that operator–&gt;( ) operates upon. </a:t>
            </a:r>
          </a:p>
          <a:p>
            <a:r>
              <a:rPr lang="en-US" dirty="0" smtClean="0"/>
              <a:t>The </a:t>
            </a:r>
            <a:r>
              <a:rPr lang="en-US" i="1" dirty="0" smtClean="0"/>
              <a:t>element must be </a:t>
            </a:r>
            <a:r>
              <a:rPr lang="en-US" dirty="0" smtClean="0"/>
              <a:t>some member accessible within the object.</a:t>
            </a:r>
          </a:p>
          <a:p>
            <a:r>
              <a:rPr lang="en-US" dirty="0" smtClean="0"/>
              <a:t>The example illustrates overloading the –&gt; by showing the equivalence between </a:t>
            </a:r>
            <a:r>
              <a:rPr lang="en-US" dirty="0" err="1" smtClean="0"/>
              <a:t>ob.i</a:t>
            </a:r>
            <a:r>
              <a:rPr lang="en-US" dirty="0" smtClean="0"/>
              <a:t> and ob–&gt;</a:t>
            </a:r>
            <a:r>
              <a:rPr lang="en-US" dirty="0" err="1" smtClean="0"/>
              <a:t>i</a:t>
            </a:r>
            <a:r>
              <a:rPr lang="en-US" dirty="0" smtClean="0"/>
              <a:t> when operator–&gt;( ) returns the this pointer: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Autofit/>
          </a:bodyPr>
          <a:lstStyle/>
          <a:p>
            <a:pPr>
              <a:buNone/>
            </a:pPr>
            <a:r>
              <a:rPr lang="en-US" sz="2800" dirty="0" smtClean="0"/>
              <a:t>#include &lt;</a:t>
            </a:r>
            <a:r>
              <a:rPr lang="en-US" sz="2800" dirty="0" err="1" smtClean="0"/>
              <a:t>iostream</a:t>
            </a:r>
            <a:r>
              <a:rPr lang="en-US" sz="2800" dirty="0" smtClean="0"/>
              <a:t>&gt;</a:t>
            </a:r>
          </a:p>
          <a:p>
            <a:pPr>
              <a:buNone/>
            </a:pPr>
            <a:r>
              <a:rPr lang="en-US" sz="2800" dirty="0" smtClean="0"/>
              <a:t>using namespace std;</a:t>
            </a:r>
          </a:p>
          <a:p>
            <a:pPr>
              <a:buNone/>
            </a:pPr>
            <a:r>
              <a:rPr lang="en-US" sz="2800" dirty="0" smtClean="0"/>
              <a:t>class </a:t>
            </a:r>
            <a:r>
              <a:rPr lang="en-US" sz="2800" dirty="0" err="1" smtClean="0"/>
              <a:t>myclass</a:t>
            </a:r>
            <a:r>
              <a:rPr lang="en-US" sz="2800" dirty="0" smtClean="0"/>
              <a:t> {</a:t>
            </a:r>
          </a:p>
          <a:p>
            <a:pPr>
              <a:buNone/>
            </a:pPr>
            <a:r>
              <a:rPr lang="en-US" sz="2800" dirty="0" smtClean="0"/>
              <a:t>public:</a:t>
            </a:r>
          </a:p>
          <a:p>
            <a:pPr>
              <a:buNone/>
            </a:pPr>
            <a:r>
              <a:rPr lang="en-US" sz="2800" dirty="0" err="1" smtClean="0"/>
              <a:t>int</a:t>
            </a:r>
            <a:r>
              <a:rPr lang="en-US" sz="2800" dirty="0" smtClean="0"/>
              <a:t> </a:t>
            </a:r>
            <a:r>
              <a:rPr lang="en-US" sz="2800" dirty="0" err="1" smtClean="0"/>
              <a:t>i</a:t>
            </a:r>
            <a:r>
              <a:rPr lang="en-US" sz="2800" dirty="0" smtClean="0"/>
              <a:t>;</a:t>
            </a:r>
          </a:p>
          <a:p>
            <a:pPr>
              <a:buNone/>
            </a:pPr>
            <a:r>
              <a:rPr lang="en-US" sz="2800" dirty="0" err="1" smtClean="0"/>
              <a:t>myclass</a:t>
            </a:r>
            <a:r>
              <a:rPr lang="en-US" sz="2800" dirty="0" smtClean="0"/>
              <a:t> *operator-&gt;() </a:t>
            </a:r>
          </a:p>
          <a:p>
            <a:pPr>
              <a:buNone/>
            </a:pPr>
            <a:r>
              <a:rPr lang="en-US" sz="2800" dirty="0" smtClean="0"/>
              <a:t>{</a:t>
            </a:r>
          </a:p>
          <a:p>
            <a:pPr>
              <a:buNone/>
            </a:pPr>
            <a:r>
              <a:rPr lang="en-US" sz="2800" dirty="0" smtClean="0"/>
              <a:t>return this;</a:t>
            </a:r>
          </a:p>
          <a:p>
            <a:pPr>
              <a:buNone/>
            </a:pPr>
            <a:r>
              <a:rPr lang="en-US" sz="2800" dirty="0" smtClean="0"/>
              <a:t>}</a:t>
            </a:r>
          </a:p>
          <a:p>
            <a:pPr>
              <a:buNone/>
            </a:pPr>
            <a:r>
              <a:rPr lang="en-US" sz="2800" dirty="0" smtClean="0"/>
              <a:t>};</a:t>
            </a:r>
          </a:p>
          <a:p>
            <a:pPr>
              <a:buNone/>
            </a:pPr>
            <a:r>
              <a:rPr lang="en-US" sz="2800" dirty="0" err="1" smtClean="0"/>
              <a:t>int</a:t>
            </a:r>
            <a:r>
              <a:rPr lang="en-US" sz="2800" dirty="0" smtClean="0"/>
              <a:t> main()</a:t>
            </a:r>
          </a:p>
          <a:p>
            <a:pPr>
              <a:buNone/>
            </a:pPr>
            <a:r>
              <a:rPr lang="en-US" sz="2800" dirty="0" smtClean="0"/>
              <a:t>{</a:t>
            </a:r>
          </a:p>
          <a:p>
            <a:pPr>
              <a:buNone/>
            </a:pPr>
            <a:r>
              <a:rPr lang="en-US" sz="2800" dirty="0" err="1" smtClean="0"/>
              <a:t>myclass</a:t>
            </a:r>
            <a:r>
              <a:rPr lang="en-US" sz="2800" dirty="0" smtClean="0"/>
              <a:t> ob;</a:t>
            </a:r>
          </a:p>
          <a:p>
            <a:pPr>
              <a:buNone/>
            </a:pPr>
            <a:r>
              <a:rPr lang="en-US" sz="2800" dirty="0" smtClean="0"/>
              <a:t>ob-&gt;</a:t>
            </a:r>
            <a:r>
              <a:rPr lang="en-US" sz="2800" dirty="0" err="1" smtClean="0"/>
              <a:t>i</a:t>
            </a:r>
            <a:r>
              <a:rPr lang="en-US" sz="2800" dirty="0" smtClean="0"/>
              <a:t> = 10; </a:t>
            </a:r>
          </a:p>
          <a:p>
            <a:pPr>
              <a:buNone/>
            </a:pPr>
            <a:r>
              <a:rPr lang="en-US" sz="2800" dirty="0" smtClean="0"/>
              <a:t>// same as </a:t>
            </a:r>
            <a:r>
              <a:rPr lang="en-US" sz="2800" dirty="0" err="1" smtClean="0"/>
              <a:t>ob.i</a:t>
            </a:r>
            <a:endParaRPr lang="en-US" sz="2800" dirty="0" smtClean="0"/>
          </a:p>
          <a:p>
            <a:pPr>
              <a:buNone/>
            </a:pPr>
            <a:r>
              <a:rPr lang="en-US" sz="2800" dirty="0" err="1" smtClean="0"/>
              <a:t>cout</a:t>
            </a:r>
            <a:r>
              <a:rPr lang="en-US" sz="2800" dirty="0" smtClean="0"/>
              <a:t> &lt;&lt; </a:t>
            </a:r>
            <a:r>
              <a:rPr lang="en-US" sz="2800" dirty="0" err="1" smtClean="0"/>
              <a:t>ob.i</a:t>
            </a:r>
            <a:r>
              <a:rPr lang="en-US" sz="2800" dirty="0" smtClean="0"/>
              <a:t> &lt;&lt; " " &lt;&lt; ob-&gt;</a:t>
            </a:r>
            <a:r>
              <a:rPr lang="en-US" sz="2800" dirty="0" err="1" smtClean="0"/>
              <a:t>i</a:t>
            </a:r>
            <a:r>
              <a:rPr lang="en-US" sz="2800" dirty="0" smtClean="0"/>
              <a:t>;</a:t>
            </a:r>
          </a:p>
          <a:p>
            <a:pPr>
              <a:buNone/>
            </a:pPr>
            <a:r>
              <a:rPr lang="en-US" sz="2800" dirty="0" smtClean="0"/>
              <a:t>return 0;</a:t>
            </a:r>
          </a:p>
          <a:p>
            <a:pPr>
              <a:buNone/>
            </a:pPr>
            <a:r>
              <a:rPr lang="en-US" sz="2800" dirty="0" smtClean="0"/>
              <a:t>}</a:t>
            </a:r>
            <a:endParaRPr 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6858000" y="5486400"/>
            <a:ext cx="1905000" cy="1143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Output:</a:t>
            </a:r>
            <a:r>
              <a:rPr lang="nn-NO" sz="2800" b="1" dirty="0" smtClean="0">
                <a:solidFill>
                  <a:schemeClr val="tx1"/>
                </a:solidFill>
              </a:rPr>
              <a:t>   </a:t>
            </a:r>
            <a:endParaRPr lang="en-US" sz="2800" b="1" dirty="0" smtClean="0">
              <a:solidFill>
                <a:schemeClr val="tx1"/>
              </a:solidFill>
            </a:endParaRPr>
          </a:p>
          <a:p>
            <a:pPr marL="514350" indent="-514350" algn="ctr"/>
            <a:r>
              <a:rPr lang="en-US" sz="2800" b="1" dirty="0" smtClean="0">
                <a:solidFill>
                  <a:schemeClr val="tx1"/>
                </a:solidFill>
              </a:rPr>
              <a:t>10    10</a:t>
            </a:r>
            <a:endParaRPr lang="nn-NO" sz="2800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2578</Words>
  <Application>Microsoft Office PowerPoint</Application>
  <PresentationFormat>On-screen Show (4:3)</PresentationFormat>
  <Paragraphs>510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LEC 19-20</vt:lpstr>
      <vt:lpstr>Default Function Arguments</vt:lpstr>
      <vt:lpstr>Ambiguity in Function Overloading</vt:lpstr>
      <vt:lpstr>Ambiguity in Function Overloading</vt:lpstr>
      <vt:lpstr>Example</vt:lpstr>
      <vt:lpstr>Operator Overloading</vt:lpstr>
      <vt:lpstr>Operator Overloading</vt:lpstr>
      <vt:lpstr>Creating a Member Operator Function</vt:lpstr>
      <vt:lpstr>Unary Operators</vt:lpstr>
      <vt:lpstr>Unary Operator Overload - (using member function)</vt:lpstr>
      <vt:lpstr>Contd….</vt:lpstr>
      <vt:lpstr>Binary Operators </vt:lpstr>
      <vt:lpstr>Overloading Binary Operator (+)</vt:lpstr>
      <vt:lpstr>Continued…..</vt:lpstr>
      <vt:lpstr>Overloading +, -(binary) and ++(unary)</vt:lpstr>
      <vt:lpstr>Slide 16</vt:lpstr>
      <vt:lpstr>Overloading using Friend Functions</vt:lpstr>
      <vt:lpstr>Example</vt:lpstr>
      <vt:lpstr>Slide 19</vt:lpstr>
      <vt:lpstr>Restrictions on application of friend function</vt:lpstr>
      <vt:lpstr>Overloading new and delete</vt:lpstr>
      <vt:lpstr>Example</vt:lpstr>
      <vt:lpstr>Slide 23</vt:lpstr>
      <vt:lpstr>Overloading [] operator</vt:lpstr>
      <vt:lpstr>Example 1</vt:lpstr>
      <vt:lpstr>Example 2</vt:lpstr>
      <vt:lpstr>Overloading ()</vt:lpstr>
      <vt:lpstr>Example</vt:lpstr>
      <vt:lpstr>Overloading the Comma Operator</vt:lpstr>
      <vt:lpstr>Overloading -&gt; </vt:lpstr>
      <vt:lpstr>Example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 19</dc:title>
  <dc:creator>raman</dc:creator>
  <cp:lastModifiedBy>raman</cp:lastModifiedBy>
  <cp:revision>11</cp:revision>
  <dcterms:created xsi:type="dcterms:W3CDTF">2006-08-16T00:00:00Z</dcterms:created>
  <dcterms:modified xsi:type="dcterms:W3CDTF">2018-02-18T16:50:00Z</dcterms:modified>
</cp:coreProperties>
</file>